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>
  <p:sldMasterIdLst>
    <p:sldMasterId id="2147483648" r:id="rId1"/>
  </p:sldMasterIdLst>
  <p:notesMasterIdLst>
    <p:notesMasterId r:id="rId3"/>
  </p:notesMasterIdLst>
  <p:sldIdLst>
    <p:sldId id="256" r:id="rId2"/>
  </p:sldIdLst>
  <p:sldSz cx="7556500" cy="10693400"/>
  <p:notesSz cx="6858000" cy="9144000"/>
  <p:embeddedFontLst>
    <p:embeddedFont>
      <p:font typeface="DM Serif Display" pitchFamily="2" charset="0"/>
      <p:regular r:id="rId4"/>
    </p:embeddedFont>
    <p:embeddedFont>
      <p:font typeface="Raleway" pitchFamily="2" charset="0"/>
      <p:regular r:id="rId5"/>
      <p:italic r:id="rId6"/>
    </p:embeddedFont>
    <p:embeddedFont>
      <p:font typeface="Raleway Bold" charset="0"/>
      <p:regular r:id="rId7"/>
    </p:embeddedFont>
    <p:embeddedFont>
      <p:font typeface="Rubik Light" panose="020B0604020202020204" charset="-79"/>
      <p:regular r:id="rId8"/>
    </p:embeddedFont>
    <p:embeddedFont>
      <p:font typeface="TAN Pearl" panose="020B0604020202020204" charset="0"/>
      <p:regular r:id="rId9"/>
    </p:embeddedFont>
  </p:embeddedFontLst>
  <p:defaultTextStyle>
    <a:defPPr>
      <a:defRPr lang="es-E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57" d="100"/>
          <a:sy n="57" d="100"/>
        </p:scale>
        <p:origin x="2058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font" Target="fonts/font5.fntdata"/><Relationship Id="rId13" Type="http://schemas.openxmlformats.org/officeDocument/2006/relationships/tableStyles" Target="tableStyles.xml"/><Relationship Id="rId3" Type="http://schemas.openxmlformats.org/officeDocument/2006/relationships/notesMaster" Target="notesMasters/notesMaster1.xml"/><Relationship Id="rId7" Type="http://schemas.openxmlformats.org/officeDocument/2006/relationships/font" Target="fonts/font4.fntdata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font" Target="fonts/font3.fntdata"/><Relationship Id="rId11" Type="http://schemas.openxmlformats.org/officeDocument/2006/relationships/viewProps" Target="viewProps.xml"/><Relationship Id="rId5" Type="http://schemas.openxmlformats.org/officeDocument/2006/relationships/font" Target="fonts/font2.fntdata"/><Relationship Id="rId10" Type="http://schemas.openxmlformats.org/officeDocument/2006/relationships/presProps" Target="presProps.xml"/><Relationship Id="rId4" Type="http://schemas.openxmlformats.org/officeDocument/2006/relationships/font" Target="fonts/font1.fntdata"/><Relationship Id="rId9" Type="http://schemas.openxmlformats.org/officeDocument/2006/relationships/font" Target="fonts/font6.fntdata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"/>
          <p:cNvSpPr>
            <a:spLocks noGrp="1"/>
          </p:cNvSpPr>
          <p:nvPr>
            <p:ph type="hdr" sz="quarter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3" name="Date Placeholder"/>
          <p:cNvSpPr>
            <a:spLocks noGrp="1"/>
          </p:cNvSpPr>
          <p:nvPr>
            <p:ph type="dt" sz="quarter" idx="1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4" name="Slide Image Placeholder"/>
          <p:cNvSpPr>
            <a:spLocks noGrp="1" noRot="1" noChangeAspect="1"/>
          </p:cNvSpPr>
          <p:nvPr>
            <p:ph type="sldImg" idx="2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5" name="Notes Placeholder"/>
          <p:cNvSpPr>
            <a:spLocks noGrp="1"/>
          </p:cNvSpPr>
          <p:nvPr>
            <p:ph type="body" sz="quarter" idx="3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6" name="Footer Placeholder"/>
          <p:cNvSpPr>
            <a:spLocks noGrp="1"/>
          </p:cNvSpPr>
          <p:nvPr>
            <p:ph type="ftr" sz="quarter" idx="4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7" name="Slide Number Placeholder"/>
          <p:cNvSpPr>
            <a:spLocks noGrp="1"/>
          </p:cNvSpPr>
          <p:nvPr>
            <p:ph type="sldNum" sz="quarter" idx="5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/>
    </a:lvl1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137257A-B4C3-416A-9900-1F6397AC334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C098548-A717-48DB-B8A6-34DAA50A06C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A8032EF-5B7A-439A-B700-BBA2D20A984E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fld id="{1D8BD707-D9CF-40AE-B4C6-C98DA3205C09}" type="datetimeFigureOut">
              <a:t>03/08/2026</a:t>
            </a:fld>
            <a:endParaRPr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651AC90-2C5F-42FD-9979-1B0897746A16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0288482-DCE3-4882-ACF8-B2B1D595C688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B6F15528-21DE-4FAA-801E-634DDDAF4B2B}" type="slidenum"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83C19DA-CA37-460F-B049-77B8229A92D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8A2C79F-73B8-4936-820F-AF338C8D3CE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>
              <a:buNone/>
            </a:pPr>
            <a:r>
              <a:t>Click to edit Master text styles</a:t>
            </a:r>
          </a:p>
          <a:p>
            <a:pPr lvl="1">
              <a:buNone/>
            </a:pPr>
            <a:r>
              <a:t>Second level</a:t>
            </a:r>
          </a:p>
          <a:p>
            <a:pPr lvl="2">
              <a:buNone/>
            </a:pPr>
            <a:r>
              <a:t>Third level</a:t>
            </a:r>
          </a:p>
          <a:p>
            <a:pPr lvl="3">
              <a:buNone/>
            </a:pPr>
            <a:r>
              <a:t>Fourth level</a:t>
            </a:r>
          </a:p>
          <a:p>
            <a:pPr lvl="4">
              <a:buNone/>
            </a:pPr>
            <a:r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246A7E7-90D2-46E4-BA25-0052F9BD793A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fld id="{1D8BD707-D9CF-40AE-B4C6-C98DA3205C09}" type="datetimeFigureOut">
              <a:t>03/08/2026</a:t>
            </a:fld>
            <a:endParaRPr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2A9A9D7-769C-471F-98C3-83396331C9FF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A7D909A-B75B-471C-A4B4-E815820E7D5B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B6F15528-21DE-4FAA-801E-634DDDAF4B2B}" type="slidenum"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51570AC-73A1-4170-815A-EDFA9A03247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buNone/>
              <a:defRPr sz="4000" b="1" cap="all"/>
            </a:lvl1pPr>
          </a:lstStyle>
          <a:p>
            <a:r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E6C3462-F44A-49B7-9322-E8C41FBA54B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>
              <a:buNone/>
            </a:pPr>
            <a:r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BFB2CC7-71A5-497B-B3B8-A2AC3ECE218B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fld id="{1D8BD707-D9CF-40AE-B4C6-C98DA3205C09}" type="datetimeFigureOut">
              <a:t>03/08/2026</a:t>
            </a:fld>
            <a:endParaRPr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7AA06C8-9490-437F-AE20-2C5816B4BEF6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6D250DD-DADA-4EB1-807F-3D5561324933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B6F15528-21DE-4FAA-801E-634DDDAF4B2B}" type="slidenum"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5F4C6AA-3542-4021-8BE4-6641A936692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6CCFBBD-47C6-4F9A-BFB8-2C9FACC5C63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buNone/>
              <a:defRPr sz="2800"/>
            </a:lvl1pPr>
            <a:lvl2pPr>
              <a:buNone/>
              <a:defRPr sz="2400"/>
            </a:lvl2pPr>
            <a:lvl3pPr>
              <a:buNone/>
              <a:defRPr sz="2000"/>
            </a:lvl3pPr>
            <a:lvl4pPr>
              <a:buNone/>
              <a:defRPr sz="1800"/>
            </a:lvl4pPr>
            <a:lvl5pPr>
              <a:buNone/>
              <a:defRPr sz="1800"/>
            </a:lvl5pPr>
            <a:lvl6pPr>
              <a:buNone/>
              <a:defRPr sz="1800"/>
            </a:lvl6pPr>
            <a:lvl7pPr>
              <a:buNone/>
              <a:defRPr sz="1800"/>
            </a:lvl7pPr>
            <a:lvl8pPr>
              <a:buNone/>
              <a:defRPr sz="1800"/>
            </a:lvl8pPr>
            <a:lvl9pPr>
              <a:buNone/>
              <a:defRPr sz="1800"/>
            </a:lvl9pPr>
          </a:lstStyle>
          <a:p>
            <a:pPr lvl="0">
              <a:buNone/>
            </a:pPr>
            <a:r>
              <a:t>Click to edit Master text styles</a:t>
            </a:r>
          </a:p>
          <a:p>
            <a:pPr lvl="1">
              <a:buNone/>
            </a:pPr>
            <a:r>
              <a:t>Second level</a:t>
            </a:r>
          </a:p>
          <a:p>
            <a:pPr lvl="2">
              <a:buNone/>
            </a:pPr>
            <a:r>
              <a:t>Third level</a:t>
            </a:r>
          </a:p>
          <a:p>
            <a:pPr lvl="3">
              <a:buNone/>
            </a:pPr>
            <a:r>
              <a:t>Fourth level</a:t>
            </a:r>
          </a:p>
          <a:p>
            <a:pPr lvl="4">
              <a:buNone/>
            </a:pPr>
            <a:r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2C097C3-A3A8-4FDE-8432-4C0AC54F4FAF}"/>
              </a:ext>
            </a:extLst>
          </p:cNvPr>
          <p:cNvSpPr>
            <a:spLocks noGrp="1"/>
          </p:cNvSpPr>
          <p:nvPr>
            <p:ph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buNone/>
              <a:defRPr sz="2800"/>
            </a:lvl1pPr>
            <a:lvl2pPr>
              <a:buNone/>
              <a:defRPr sz="2400"/>
            </a:lvl2pPr>
            <a:lvl3pPr>
              <a:buNone/>
              <a:defRPr sz="2000"/>
            </a:lvl3pPr>
            <a:lvl4pPr>
              <a:buNone/>
              <a:defRPr sz="1800"/>
            </a:lvl4pPr>
            <a:lvl5pPr>
              <a:buNone/>
              <a:defRPr sz="1800"/>
            </a:lvl5pPr>
            <a:lvl6pPr>
              <a:buNone/>
              <a:defRPr sz="1800"/>
            </a:lvl6pPr>
            <a:lvl7pPr>
              <a:buNone/>
              <a:defRPr sz="1800"/>
            </a:lvl7pPr>
            <a:lvl8pPr>
              <a:buNone/>
              <a:defRPr sz="1800"/>
            </a:lvl8pPr>
            <a:lvl9pPr>
              <a:buNone/>
              <a:defRPr sz="1800"/>
            </a:lvl9pPr>
          </a:lstStyle>
          <a:p>
            <a:pPr lvl="0">
              <a:buNone/>
            </a:pPr>
            <a:r>
              <a:t>Click to edit Master text styles</a:t>
            </a:r>
          </a:p>
          <a:p>
            <a:pPr lvl="1">
              <a:buNone/>
            </a:pPr>
            <a:r>
              <a:t>Second level</a:t>
            </a:r>
          </a:p>
          <a:p>
            <a:pPr lvl="2">
              <a:buNone/>
            </a:pPr>
            <a:r>
              <a:t>Third level</a:t>
            </a:r>
          </a:p>
          <a:p>
            <a:pPr lvl="3">
              <a:buNone/>
            </a:pPr>
            <a:r>
              <a:t>Fourth level</a:t>
            </a:r>
          </a:p>
          <a:p>
            <a:pPr lvl="4">
              <a:buNone/>
            </a:pPr>
            <a:r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AF25C7D-3094-4AA2-A3F1-5752627B9433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fld id="{1D8BD707-D9CF-40AE-B4C6-C98DA3205C09}" type="datetimeFigureOut">
              <a:t>03/08/2026</a:t>
            </a:fld>
            <a:endParaRPr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3EFE1CA-4EF9-4876-A10C-89D37A7B117B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DE0BCF0-22B0-4566-BB9A-5DE4C507496F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B6F15528-21DE-4FAA-801E-634DDDAF4B2B}" type="slidenum"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E2CB971-F56E-457F-9F4F-B511B9D302A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buNone/>
              <a:defRPr/>
            </a:lvl1pPr>
          </a:lstStyle>
          <a:p>
            <a:r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F69BDAF-4886-438A-9221-F89B2905E3D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>
              <a:buNone/>
            </a:pPr>
            <a:r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7CDC9DC-7B54-4D3D-8F84-E7CDD28EA8C9}"/>
              </a:ext>
            </a:extLst>
          </p:cNvPr>
          <p:cNvSpPr>
            <a:spLocks noGrp="1"/>
          </p:cNvSpPr>
          <p:nvPr>
            <p:ph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buNone/>
              <a:defRPr sz="2400"/>
            </a:lvl1pPr>
            <a:lvl2pPr>
              <a:buNone/>
              <a:defRPr sz="2000"/>
            </a:lvl2pPr>
            <a:lvl3pPr>
              <a:buNone/>
              <a:defRPr sz="1800"/>
            </a:lvl3pPr>
            <a:lvl4pPr>
              <a:buNone/>
              <a:defRPr sz="1600"/>
            </a:lvl4pPr>
            <a:lvl5pPr>
              <a:buNone/>
              <a:defRPr sz="1600"/>
            </a:lvl5pPr>
            <a:lvl6pPr>
              <a:buNone/>
              <a:defRPr sz="1600"/>
            </a:lvl6pPr>
            <a:lvl7pPr>
              <a:buNone/>
              <a:defRPr sz="1600"/>
            </a:lvl7pPr>
            <a:lvl8pPr>
              <a:buNone/>
              <a:defRPr sz="1600"/>
            </a:lvl8pPr>
            <a:lvl9pPr>
              <a:buNone/>
              <a:defRPr sz="1600"/>
            </a:lvl9pPr>
          </a:lstStyle>
          <a:p>
            <a:pPr lvl="0">
              <a:buNone/>
            </a:pPr>
            <a:r>
              <a:t>Click to edit Master text styles</a:t>
            </a:r>
          </a:p>
          <a:p>
            <a:pPr lvl="1">
              <a:buNone/>
            </a:pPr>
            <a:r>
              <a:t>Second level</a:t>
            </a:r>
          </a:p>
          <a:p>
            <a:pPr lvl="2">
              <a:buNone/>
            </a:pPr>
            <a:r>
              <a:t>Third level</a:t>
            </a:r>
          </a:p>
          <a:p>
            <a:pPr lvl="3">
              <a:buNone/>
            </a:pPr>
            <a:r>
              <a:t>Fourth level</a:t>
            </a:r>
          </a:p>
          <a:p>
            <a:pPr lvl="4">
              <a:buNone/>
            </a:pPr>
            <a:r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F5C8B061-CF0C-452A-9DFF-2D8DD6B83A0A}"/>
              </a:ext>
            </a:extLst>
          </p:cNvPr>
          <p:cNvSpPr>
            <a:spLocks noGrp="1"/>
          </p:cNvSpPr>
          <p:nvPr>
            <p:ph type="body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>
              <a:buNone/>
            </a:pPr>
            <a:r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6A628ABA-EE02-471B-BD28-BED5EB6CEA83}"/>
              </a:ext>
            </a:extLst>
          </p:cNvPr>
          <p:cNvSpPr>
            <a:spLocks noGrp="1"/>
          </p:cNvSpPr>
          <p:nvPr>
            <p:ph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buNone/>
              <a:defRPr sz="2400"/>
            </a:lvl1pPr>
            <a:lvl2pPr>
              <a:buNone/>
              <a:defRPr sz="2000"/>
            </a:lvl2pPr>
            <a:lvl3pPr>
              <a:buNone/>
              <a:defRPr sz="1800"/>
            </a:lvl3pPr>
            <a:lvl4pPr>
              <a:buNone/>
              <a:defRPr sz="1600"/>
            </a:lvl4pPr>
            <a:lvl5pPr>
              <a:buNone/>
              <a:defRPr sz="1600"/>
            </a:lvl5pPr>
            <a:lvl6pPr>
              <a:buNone/>
              <a:defRPr sz="1600"/>
            </a:lvl6pPr>
            <a:lvl7pPr>
              <a:buNone/>
              <a:defRPr sz="1600"/>
            </a:lvl7pPr>
            <a:lvl8pPr>
              <a:buNone/>
              <a:defRPr sz="1600"/>
            </a:lvl8pPr>
            <a:lvl9pPr>
              <a:buNone/>
              <a:defRPr sz="1600"/>
            </a:lvl9pPr>
          </a:lstStyle>
          <a:p>
            <a:pPr lvl="0">
              <a:buNone/>
            </a:pPr>
            <a:r>
              <a:t>Click to edit Master text styles</a:t>
            </a:r>
          </a:p>
          <a:p>
            <a:pPr lvl="1">
              <a:buNone/>
            </a:pPr>
            <a:r>
              <a:t>Second level</a:t>
            </a:r>
          </a:p>
          <a:p>
            <a:pPr lvl="2">
              <a:buNone/>
            </a:pPr>
            <a:r>
              <a:t>Third level</a:t>
            </a:r>
          </a:p>
          <a:p>
            <a:pPr lvl="3">
              <a:buNone/>
            </a:pPr>
            <a:r>
              <a:t>Fourth level</a:t>
            </a:r>
          </a:p>
          <a:p>
            <a:pPr lvl="4">
              <a:buNone/>
            </a:pPr>
            <a:r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F2046CF9-527F-4864-8B8D-E19825C53B9F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fld id="{1D8BD707-D9CF-40AE-B4C6-C98DA3205C09}" type="datetimeFigureOut">
              <a:t>03/08/2026</a:t>
            </a:fld>
            <a:endParaRPr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42911BF0-9555-4035-82A2-83D2457EE8A7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BE3E057A-FDE2-4204-9AAA-B86776DD7FD2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B6F15528-21DE-4FAA-801E-634DDDAF4B2B}" type="slidenum"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78A766E-4E40-4FEB-BE64-CAA152B6770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7008E8D5-775B-4999-B29E-2A3D4CA2006F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fld id="{1D8BD707-D9CF-40AE-B4C6-C98DA3205C09}" type="datetimeFigureOut">
              <a:t>03/08/2026</a:t>
            </a:fld>
            <a:endParaRPr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FF59B8D1-E7F6-4BD8-A90E-760062AF3388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6634ABD-566F-4410-ACFE-D796EA6A7670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B6F15528-21DE-4FAA-801E-634DDDAF4B2B}" type="slidenum"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32ED2B1D-A529-446C-B74C-F2FB79E83407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fld id="{1D8BD707-D9CF-40AE-B4C6-C98DA3205C09}" type="datetimeFigureOut">
              <a:t>03/08/2026</a:t>
            </a:fld>
            <a:endParaRPr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3045DBC7-B74C-43BF-A234-6B63C08E2A9A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3172A54-C9AC-4BE3-BA91-FD4188A32D7A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B6F15528-21DE-4FAA-801E-634DDDAF4B2B}" type="slidenum"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C2C3933-651E-40E8-BD39-F0E4B3382F1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buNone/>
              <a:defRPr sz="2000" b="1"/>
            </a:lvl1pPr>
          </a:lstStyle>
          <a:p>
            <a:r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23780FB-90CA-4A75-9CBF-327B5E785CA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buNone/>
              <a:defRPr sz="3200"/>
            </a:lvl1pPr>
            <a:lvl2pPr>
              <a:buNone/>
              <a:defRPr sz="2800"/>
            </a:lvl2pPr>
            <a:lvl3pPr>
              <a:buNone/>
              <a:defRPr sz="2400"/>
            </a:lvl3pPr>
            <a:lvl4pPr>
              <a:buNone/>
              <a:defRPr sz="2000"/>
            </a:lvl4pPr>
            <a:lvl5pPr>
              <a:buNone/>
              <a:defRPr sz="2000"/>
            </a:lvl5pPr>
            <a:lvl6pPr>
              <a:buNone/>
              <a:defRPr sz="2000"/>
            </a:lvl6pPr>
            <a:lvl7pPr>
              <a:buNone/>
              <a:defRPr sz="2000"/>
            </a:lvl7pPr>
            <a:lvl8pPr>
              <a:buNone/>
              <a:defRPr sz="2000"/>
            </a:lvl8pPr>
            <a:lvl9pPr>
              <a:buNone/>
              <a:defRPr sz="2000"/>
            </a:lvl9pPr>
          </a:lstStyle>
          <a:p>
            <a:pPr lvl="0">
              <a:buNone/>
            </a:pPr>
            <a:r>
              <a:t>Click to edit Master text styles</a:t>
            </a:r>
          </a:p>
          <a:p>
            <a:pPr lvl="1">
              <a:buNone/>
            </a:pPr>
            <a:r>
              <a:t>Second level</a:t>
            </a:r>
          </a:p>
          <a:p>
            <a:pPr lvl="2">
              <a:buNone/>
            </a:pPr>
            <a:r>
              <a:t>Third level</a:t>
            </a:r>
          </a:p>
          <a:p>
            <a:pPr lvl="3">
              <a:buNone/>
            </a:pPr>
            <a:r>
              <a:t>Fourth level</a:t>
            </a:r>
          </a:p>
          <a:p>
            <a:pPr lvl="4">
              <a:buNone/>
            </a:pPr>
            <a:r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79B4A23-F86E-4387-91D0-2A33737EAA11}"/>
              </a:ext>
            </a:extLst>
          </p:cNvPr>
          <p:cNvSpPr>
            <a:spLocks noGrp="1"/>
          </p:cNvSpPr>
          <p:nvPr>
            <p:ph type="body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>
              <a:buNone/>
            </a:pPr>
            <a:r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4130472-319D-48F4-9BC0-22340C8DF4C1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fld id="{1D8BD707-D9CF-40AE-B4C6-C98DA3205C09}" type="datetimeFigureOut">
              <a:t>03/08/2026</a:t>
            </a:fld>
            <a:endParaRPr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F024699-46F0-4618-B619-78375E81FB89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2183E86-F249-471F-8975-1C3A41F0D7D1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B6F15528-21DE-4FAA-801E-634DDDAF4B2B}" type="slidenum"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F1DB80E-81EF-48DD-8C7F-25E5A7154F0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buNone/>
              <a:defRPr sz="2000" b="1"/>
            </a:lvl1pPr>
          </a:lstStyle>
          <a:p>
            <a:r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72235269-C153-4A2F-9410-C5891B25CF4D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59C166A-5560-4A99-91A3-73CDEA05BF7B}"/>
              </a:ext>
            </a:extLst>
          </p:cNvPr>
          <p:cNvSpPr>
            <a:spLocks noGrp="1"/>
          </p:cNvSpPr>
          <p:nvPr>
            <p:ph type="body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>
              <a:buNone/>
            </a:pPr>
            <a:r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CBD11D2-BE95-47A5-B660-817D0F78E89F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fld id="{1D8BD707-D9CF-40AE-B4C6-C98DA3205C09}" type="datetimeFigureOut">
              <a:t>03/08/2026</a:t>
            </a:fld>
            <a:endParaRPr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2A481BD-1F5A-48C4-ADEF-A47C9F94BCD7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3A33E42-3723-4B3C-B567-8D5EDA107D99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B6F15528-21DE-4FAA-801E-634DDDAF4B2B}" type="slidenum"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4DF2541-0AF1-4415-85FA-AD7BCED3C2D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5711640-DF0A-49C5-9454-12C860E8EBF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 vert="eaVert"/>
          <a:lstStyle/>
          <a:p>
            <a:pPr lvl="0">
              <a:buNone/>
            </a:pPr>
            <a:r>
              <a:t>Click to edit Master text styles</a:t>
            </a:r>
          </a:p>
          <a:p>
            <a:pPr lvl="1">
              <a:buNone/>
            </a:pPr>
            <a:r>
              <a:t>Second level</a:t>
            </a:r>
          </a:p>
          <a:p>
            <a:pPr lvl="2">
              <a:buNone/>
            </a:pPr>
            <a:r>
              <a:t>Third level</a:t>
            </a:r>
          </a:p>
          <a:p>
            <a:pPr lvl="3">
              <a:buNone/>
            </a:pPr>
            <a:r>
              <a:t>Fourth level</a:t>
            </a:r>
          </a:p>
          <a:p>
            <a:pPr lvl="4">
              <a:buNone/>
            </a:pPr>
            <a:r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E9B1AD9-9E6F-4673-9875-C54DE45012A0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fld id="{1D8BD707-D9CF-40AE-B4C6-C98DA3205C09}" type="datetimeFigureOut">
              <a:t>03/08/2026</a:t>
            </a:fld>
            <a:endParaRPr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CBCB10A-15B0-40FC-8BBD-FFF5AB3C3FA5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4E3C885-23BF-4766-BCA8-5D64E16CA96F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B6F15528-21DE-4FAA-801E-634DDDAF4B2B}" type="slidenum"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C3CE102F-C354-4184-813D-F3781307DDE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7A2F2E9-7AC7-4DBB-A102-907C1705D86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>
              <a:buNone/>
            </a:pPr>
            <a:r>
              <a:t>Click to edit Master text styles</a:t>
            </a:r>
          </a:p>
          <a:p>
            <a:pPr lvl="1">
              <a:buNone/>
            </a:pPr>
            <a:r>
              <a:t>Second level</a:t>
            </a:r>
          </a:p>
          <a:p>
            <a:pPr lvl="2">
              <a:buNone/>
            </a:pPr>
            <a:r>
              <a:t>Third level</a:t>
            </a:r>
          </a:p>
          <a:p>
            <a:pPr lvl="3">
              <a:buNone/>
            </a:pPr>
            <a:r>
              <a:t>Fourth level</a:t>
            </a:r>
          </a:p>
          <a:p>
            <a:pPr lvl="4">
              <a:buNone/>
            </a:pPr>
            <a:r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3443427-5AA3-42C0-B2D5-CF25CA9A109B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fld id="{1D8BD707-D9CF-40AE-B4C6-C98DA3205C09}" type="datetimeFigureOut">
              <a:t>03/08/2026</a:t>
            </a:fld>
            <a:endParaRPr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D291064-ED0D-479A-B6D1-E2CED184E25F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F4BDBAD-59E6-49DB-98DA-9B864C18787E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B6F15528-21DE-4FAA-801E-634DDDAF4B2B}" type="slidenum">
              <a:t>‹Nº›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9AEFDB2B-9F54-4BE9-A82B-7F0E246843F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anchor="ctr">
            <a:normAutofit/>
          </a:bodyPr>
          <a:lstStyle/>
          <a:p>
            <a:r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A2A7A1F-F8D6-4341-A9F0-DC0C9AACC4D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>
            <a:normAutofit/>
          </a:bodyPr>
          <a:lstStyle/>
          <a:p>
            <a:pPr lvl="0">
              <a:buNone/>
            </a:pPr>
            <a:r>
              <a:t>Click to edit Master text styles</a:t>
            </a:r>
          </a:p>
          <a:p>
            <a:pPr lvl="1">
              <a:buNone/>
            </a:pPr>
            <a:r>
              <a:t>Second level</a:t>
            </a:r>
          </a:p>
          <a:p>
            <a:pPr lvl="2">
              <a:buNone/>
            </a:pPr>
            <a:r>
              <a:t>Third level</a:t>
            </a:r>
          </a:p>
          <a:p>
            <a:pPr lvl="3">
              <a:buNone/>
            </a:pPr>
            <a:r>
              <a:t>Fourth level</a:t>
            </a:r>
          </a:p>
          <a:p>
            <a:pPr lvl="4">
              <a:buNone/>
            </a:pPr>
            <a:r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1E6B480-C483-483A-8222-0D1FCC5766FF}"/>
              </a:ext>
            </a:extLst>
          </p:cNvPr>
          <p:cNvSpPr>
            <a:spLocks noGrp="1"/>
          </p:cNvSpPr>
          <p:nvPr>
            <p:ph type="dt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anchor="ctr"/>
          <a:lstStyle>
            <a:lvl1pPr algn="l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t>03/08/2026</a:t>
            </a:fld>
            <a:endParaRPr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9DC5CED-D5E8-4827-BD69-3215766D7110}"/>
              </a:ext>
            </a:extLst>
          </p:cNvPr>
          <p:cNvSpPr>
            <a:spLocks noGrp="1"/>
          </p:cNvSpPr>
          <p:nvPr>
            <p:ph type="ft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anchor="ctr"/>
          <a:lstStyle>
            <a:lvl1pPr algn="ctr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B172D9B-ADDF-4B2E-BCFE-939B49057718}"/>
              </a:ext>
            </a:extLst>
          </p:cNvPr>
          <p:cNvSpPr>
            <a:spLocks noGrp="1"/>
          </p:cNvSpPr>
          <p:nvPr>
            <p:ph type="sldNum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anchor="ctr"/>
          <a:lstStyle>
            <a:lvl1pPr algn="r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‹Nº›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marL="342900" indent="-342900" algn="l" defTabSz="914400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lt"/>
          <a:cs typeface="+mn-lt"/>
        </a:defRPr>
      </a:lvl1pPr>
      <a:lvl2pPr marL="742950" indent="-285750" algn="l" defTabSz="914400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lt"/>
          <a:cs typeface="+mn-lt"/>
        </a:defRPr>
      </a:lvl2pPr>
      <a:lvl3pPr marL="1143000" indent="-228600" algn="l" defTabSz="914400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lt"/>
          <a:cs typeface="+mn-lt"/>
        </a:defRPr>
      </a:lvl3pPr>
      <a:lvl4pPr marL="1600200" indent="-228600" algn="l" defTabSz="914400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lt"/>
          <a:cs typeface="+mn-lt"/>
        </a:defRPr>
      </a:lvl4pPr>
      <a:lvl5pPr marL="2057400" indent="-228600" algn="l" defTabSz="914400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lt"/>
          <a:cs typeface="+mn-lt"/>
        </a:defRPr>
      </a:lvl5pPr>
      <a:lvl6pPr marL="2514600" indent="-228600" algn="l" defTabSz="914400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6pPr>
      <a:lvl7pPr marL="2971800" indent="-228600" algn="l" defTabSz="914400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7pPr>
      <a:lvl8pPr marL="3429000" indent="-228600" algn="l" defTabSz="914400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8pPr>
      <a:lvl9pPr marL="3886200" indent="-228600" algn="l" defTabSz="914400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marL="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1pPr>
      <a:lvl2pPr marL="4572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2pPr>
      <a:lvl3pPr marL="9144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3pPr>
      <a:lvl4pPr marL="13716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4pPr>
      <a:lvl5pPr marL="18288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5pPr>
      <a:lvl6pPr marL="22860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6pPr>
      <a:lvl7pPr marL="27432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7pPr>
      <a:lvl8pPr marL="32004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8pPr>
      <a:lvl9pPr marL="36576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png"/><Relationship Id="rId3" Type="http://schemas.openxmlformats.org/officeDocument/2006/relationships/image" Target="../media/image1.svg"/><Relationship Id="rId7" Type="http://schemas.openxmlformats.org/officeDocument/2006/relationships/image" Target="../media/image5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4.svg"/><Relationship Id="rId5" Type="http://schemas.openxmlformats.org/officeDocument/2006/relationships/image" Target="../media/image3.jpeg"/><Relationship Id="rId4" Type="http://schemas.openxmlformats.org/officeDocument/2006/relationships/image" Target="../media/image2.sv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>
            <a:extLst>
              <a:ext uri="{FF2B5EF4-FFF2-40B4-BE49-F238E27FC236}">
                <a16:creationId xmlns:a16="http://schemas.microsoft.com/office/drawing/2014/main" id="{9A518729-F2FA-4E9A-89EA-AB04EC411440}"/>
              </a:ext>
            </a:extLst>
          </p:cNvPr>
          <p:cNvSpPr>
            <a:spLocks noGrp="1"/>
          </p:cNvSpPr>
          <p:nvPr/>
        </p:nvSpPr>
        <p:spPr>
          <a:xfrm>
            <a:off x="152518" y="5130670"/>
            <a:ext cx="435365" cy="1298114"/>
          </a:xfrm>
          <a:custGeom>
            <a:avLst/>
            <a:gdLst/>
            <a:ahLst/>
            <a:cxnLst/>
            <a:rect l="l" t="t" r="r" b="b"/>
            <a:pathLst>
              <a:path w="435365" h="1298114">
                <a:moveTo>
                  <a:pt x="0" y="0"/>
                </a:moveTo>
                <a:lnTo>
                  <a:pt x="435365" y="0"/>
                </a:lnTo>
                <a:lnTo>
                  <a:pt x="435365" y="1298114"/>
                </a:lnTo>
                <a:lnTo>
                  <a:pt x="0" y="1298114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s-ES"/>
          </a:p>
        </p:txBody>
      </p:sp>
      <p:sp>
        <p:nvSpPr>
          <p:cNvPr id="3" name="Freeform 3">
            <a:extLst>
              <a:ext uri="{FF2B5EF4-FFF2-40B4-BE49-F238E27FC236}">
                <a16:creationId xmlns:a16="http://schemas.microsoft.com/office/drawing/2014/main" id="{D24B12AC-27F2-4CF0-B48A-EAA26B86932B}"/>
              </a:ext>
            </a:extLst>
          </p:cNvPr>
          <p:cNvSpPr>
            <a:spLocks noGrp="1"/>
          </p:cNvSpPr>
          <p:nvPr/>
        </p:nvSpPr>
        <p:spPr>
          <a:xfrm>
            <a:off x="2441276" y="78420"/>
            <a:ext cx="4880603" cy="10535159"/>
          </a:xfrm>
          <a:custGeom>
            <a:avLst/>
            <a:gdLst/>
            <a:ahLst/>
            <a:cxnLst/>
            <a:rect l="l" t="t" r="r" b="b"/>
            <a:pathLst>
              <a:path w="4880603" h="10535159">
                <a:moveTo>
                  <a:pt x="0" y="0"/>
                </a:moveTo>
                <a:lnTo>
                  <a:pt x="4880604" y="0"/>
                </a:lnTo>
                <a:lnTo>
                  <a:pt x="4880604" y="10535160"/>
                </a:lnTo>
                <a:lnTo>
                  <a:pt x="0" y="1053516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  <a:ln w="9525">
            <a:solidFill>
              <a:srgbClr val="000000"/>
            </a:solidFill>
            <a:prstDash val="dash"/>
          </a:ln>
        </p:spPr>
        <p:txBody>
          <a:bodyPr/>
          <a:lstStyle/>
          <a:p>
            <a:endParaRPr lang="es-ES"/>
          </a:p>
        </p:txBody>
      </p:sp>
      <p:sp>
        <p:nvSpPr>
          <p:cNvPr id="4" name="Freeform 4">
            <a:extLst>
              <a:ext uri="{FF2B5EF4-FFF2-40B4-BE49-F238E27FC236}">
                <a16:creationId xmlns:a16="http://schemas.microsoft.com/office/drawing/2014/main" id="{6B83E49C-56B1-423C-84F8-11A12EF54623}"/>
              </a:ext>
            </a:extLst>
          </p:cNvPr>
          <p:cNvSpPr>
            <a:spLocks noGrp="1"/>
          </p:cNvSpPr>
          <p:nvPr/>
        </p:nvSpPr>
        <p:spPr>
          <a:xfrm>
            <a:off x="506569" y="189839"/>
            <a:ext cx="1477613" cy="1985724"/>
          </a:xfrm>
          <a:custGeom>
            <a:avLst/>
            <a:gdLst/>
            <a:ahLst/>
            <a:cxnLst/>
            <a:rect l="l" t="t" r="r" b="b"/>
            <a:pathLst>
              <a:path w="1477613" h="1985724">
                <a:moveTo>
                  <a:pt x="0" y="0"/>
                </a:moveTo>
                <a:lnTo>
                  <a:pt x="1477613" y="0"/>
                </a:lnTo>
                <a:lnTo>
                  <a:pt x="1477613" y="1985724"/>
                </a:lnTo>
                <a:lnTo>
                  <a:pt x="0" y="1985724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t="-401" b="-22498"/>
            </a:stretch>
          </a:blipFill>
          <a:ln w="38100">
            <a:solidFill>
              <a:srgbClr val="E6DAD7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6" name="Freeform 6">
            <a:extLst>
              <a:ext uri="{FF2B5EF4-FFF2-40B4-BE49-F238E27FC236}">
                <a16:creationId xmlns:a16="http://schemas.microsoft.com/office/drawing/2014/main" id="{310894F4-9C3E-4528-B8EF-7D0B9EB9820E}"/>
              </a:ext>
            </a:extLst>
          </p:cNvPr>
          <p:cNvSpPr>
            <a:spLocks noGrp="1"/>
          </p:cNvSpPr>
          <p:nvPr/>
        </p:nvSpPr>
        <p:spPr>
          <a:xfrm>
            <a:off x="68501" y="2323980"/>
            <a:ext cx="2268000" cy="2268000"/>
          </a:xfrm>
          <a:custGeom>
            <a:avLst/>
            <a:gdLst/>
            <a:ahLst/>
            <a:cxnLst/>
            <a:rect l="l" t="t" r="r" b="b"/>
            <a:pathLst>
              <a:path w="812800" h="81280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B7ACA9">
              <a:alpha val="60000"/>
            </a:srgbClr>
          </a:solidFill>
          <a:ln w="9525">
            <a:solidFill>
              <a:srgbClr val="000000">
                <a:alpha val="60000"/>
              </a:srgbClr>
            </a:solidFill>
            <a:prstDash val="dash"/>
          </a:ln>
        </p:spPr>
        <p:txBody>
          <a:bodyPr/>
          <a:lstStyle/>
          <a:p>
            <a:endParaRPr lang="es-ES"/>
          </a:p>
        </p:txBody>
      </p:sp>
      <p:sp>
        <p:nvSpPr>
          <p:cNvPr id="7" name="TextBox 7">
            <a:extLst>
              <a:ext uri="{FF2B5EF4-FFF2-40B4-BE49-F238E27FC236}">
                <a16:creationId xmlns:a16="http://schemas.microsoft.com/office/drawing/2014/main" id="{C10955A4-3813-4942-8F5C-ECC506069FFA}"/>
              </a:ext>
            </a:extLst>
          </p:cNvPr>
          <p:cNvSpPr>
            <a:spLocks noGrp="1"/>
          </p:cNvSpPr>
          <p:nvPr/>
        </p:nvSpPr>
        <p:spPr>
          <a:xfrm>
            <a:off x="281126" y="2510026"/>
            <a:ext cx="1842750" cy="1869328"/>
          </a:xfrm>
          <a:prstGeom prst="rect">
            <a:avLst/>
          </a:prstGeom>
        </p:spPr>
        <p:txBody>
          <a:bodyPr lIns="50800" tIns="50800" rIns="50800" bIns="50800" anchor="ctr"/>
          <a:lstStyle/>
          <a:p>
            <a:pPr>
              <a:lnSpc>
                <a:spcPts val="1275"/>
              </a:lnSpc>
              <a:buNone/>
            </a:pPr>
            <a:endParaRPr/>
          </a:p>
        </p:txBody>
      </p:sp>
      <p:sp>
        <p:nvSpPr>
          <p:cNvPr id="8" name="Freeform 8">
            <a:extLst>
              <a:ext uri="{FF2B5EF4-FFF2-40B4-BE49-F238E27FC236}">
                <a16:creationId xmlns:a16="http://schemas.microsoft.com/office/drawing/2014/main" id="{6CF56FBE-0777-4726-8590-1FABA3E40482}"/>
              </a:ext>
            </a:extLst>
          </p:cNvPr>
          <p:cNvSpPr>
            <a:spLocks noGrp="1"/>
          </p:cNvSpPr>
          <p:nvPr/>
        </p:nvSpPr>
        <p:spPr>
          <a:xfrm>
            <a:off x="216559" y="6510297"/>
            <a:ext cx="307283" cy="307283"/>
          </a:xfrm>
          <a:custGeom>
            <a:avLst/>
            <a:gdLst/>
            <a:ahLst/>
            <a:cxnLst/>
            <a:rect l="l" t="t" r="r" b="b"/>
            <a:pathLst>
              <a:path w="307283" h="307283">
                <a:moveTo>
                  <a:pt x="0" y="0"/>
                </a:moveTo>
                <a:lnTo>
                  <a:pt x="307283" y="0"/>
                </a:lnTo>
                <a:lnTo>
                  <a:pt x="307283" y="307283"/>
                </a:lnTo>
                <a:lnTo>
                  <a:pt x="0" y="307283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alphaModFix amt="71000"/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s-ES"/>
          </a:p>
        </p:txBody>
      </p:sp>
      <p:sp>
        <p:nvSpPr>
          <p:cNvPr id="9" name="Freeform 9">
            <a:extLst>
              <a:ext uri="{FF2B5EF4-FFF2-40B4-BE49-F238E27FC236}">
                <a16:creationId xmlns:a16="http://schemas.microsoft.com/office/drawing/2014/main" id="{92FF0AED-C35C-4BA9-A8CA-9093CB37C299}"/>
              </a:ext>
            </a:extLst>
          </p:cNvPr>
          <p:cNvSpPr>
            <a:spLocks noGrp="1"/>
          </p:cNvSpPr>
          <p:nvPr/>
        </p:nvSpPr>
        <p:spPr>
          <a:xfrm>
            <a:off x="189222" y="6899093"/>
            <a:ext cx="361956" cy="361956"/>
          </a:xfrm>
          <a:custGeom>
            <a:avLst/>
            <a:gdLst/>
            <a:ahLst/>
            <a:cxnLst/>
            <a:rect l="l" t="t" r="r" b="b"/>
            <a:pathLst>
              <a:path w="361956" h="361956">
                <a:moveTo>
                  <a:pt x="0" y="0"/>
                </a:moveTo>
                <a:lnTo>
                  <a:pt x="361956" y="0"/>
                </a:lnTo>
                <a:lnTo>
                  <a:pt x="361956" y="361955"/>
                </a:lnTo>
                <a:lnTo>
                  <a:pt x="0" y="361955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alphaModFix amt="81000"/>
            </a:blip>
            <a:stretch>
              <a:fillRect/>
            </a:stretch>
          </a:blipFill>
        </p:spPr>
        <p:txBody>
          <a:bodyPr/>
          <a:lstStyle/>
          <a:p>
            <a:endParaRPr lang="es-ES"/>
          </a:p>
        </p:txBody>
      </p:sp>
      <p:sp>
        <p:nvSpPr>
          <p:cNvPr id="10" name="Freeform 10">
            <a:extLst>
              <a:ext uri="{FF2B5EF4-FFF2-40B4-BE49-F238E27FC236}">
                <a16:creationId xmlns:a16="http://schemas.microsoft.com/office/drawing/2014/main" id="{01022357-5678-41BF-AE88-7A2DD56169D0}"/>
              </a:ext>
            </a:extLst>
          </p:cNvPr>
          <p:cNvSpPr>
            <a:spLocks noGrp="1"/>
          </p:cNvSpPr>
          <p:nvPr/>
        </p:nvSpPr>
        <p:spPr>
          <a:xfrm>
            <a:off x="2611280" y="1645481"/>
            <a:ext cx="313491" cy="313491"/>
          </a:xfrm>
          <a:custGeom>
            <a:avLst/>
            <a:gdLst/>
            <a:ahLst/>
            <a:cxnLst/>
            <a:rect l="l" t="t" r="r" b="b"/>
            <a:pathLst>
              <a:path w="313491" h="313491">
                <a:moveTo>
                  <a:pt x="0" y="0"/>
                </a:moveTo>
                <a:lnTo>
                  <a:pt x="313491" y="0"/>
                </a:lnTo>
                <a:lnTo>
                  <a:pt x="313491" y="313491"/>
                </a:lnTo>
                <a:lnTo>
                  <a:pt x="0" y="313491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alphaModFix amt="75000"/>
            </a:blip>
            <a:stretch>
              <a:fillRect/>
            </a:stretch>
          </a:blipFill>
        </p:spPr>
        <p:txBody>
          <a:bodyPr/>
          <a:lstStyle/>
          <a:p>
            <a:endParaRPr lang="es-ES"/>
          </a:p>
        </p:txBody>
      </p:sp>
      <p:sp>
        <p:nvSpPr>
          <p:cNvPr id="11" name="TextBox 11">
            <a:extLst>
              <a:ext uri="{FF2B5EF4-FFF2-40B4-BE49-F238E27FC236}">
                <a16:creationId xmlns:a16="http://schemas.microsoft.com/office/drawing/2014/main" id="{1863FC1B-5255-4B4B-9A3E-9E88C99ACD90}"/>
              </a:ext>
            </a:extLst>
          </p:cNvPr>
          <p:cNvSpPr>
            <a:spLocks noGrp="1"/>
          </p:cNvSpPr>
          <p:nvPr/>
        </p:nvSpPr>
        <p:spPr>
          <a:xfrm>
            <a:off x="252559" y="7742978"/>
            <a:ext cx="1934708" cy="971707"/>
          </a:xfrm>
          <a:prstGeom prst="rect">
            <a:avLst/>
          </a:prstGeom>
        </p:spPr>
        <p:txBody>
          <a:bodyPr lIns="0" tIns="0" rIns="0" bIns="0" anchor="t">
            <a:spAutoFit/>
          </a:bodyPr>
          <a:lstStyle/>
          <a:p>
            <a:pPr marL="216027" lvl="1" indent="-108014" algn="l">
              <a:lnSpc>
                <a:spcPts val="1275"/>
              </a:lnSpc>
              <a:buFont typeface="Arial"/>
              <a:buChar char="•"/>
            </a:pPr>
            <a:r>
              <a:rPr sz="1000">
                <a:solidFill>
                  <a:srgbClr val="000000"/>
                </a:solidFill>
                <a:latin typeface="Raleway"/>
                <a:ea typeface="Raleway"/>
                <a:cs typeface="Raleway"/>
              </a:rPr>
              <a:t>SQL</a:t>
            </a:r>
          </a:p>
          <a:p>
            <a:pPr marL="216027" lvl="1" indent="-108014" algn="l">
              <a:lnSpc>
                <a:spcPts val="1275"/>
              </a:lnSpc>
              <a:buFont typeface="Arial"/>
              <a:buChar char="•"/>
            </a:pPr>
            <a:r>
              <a:rPr sz="1000">
                <a:solidFill>
                  <a:srgbClr val="000000"/>
                </a:solidFill>
                <a:latin typeface="Raleway"/>
                <a:ea typeface="Raleway"/>
                <a:cs typeface="Raleway"/>
              </a:rPr>
              <a:t>Data Analysis;</a:t>
            </a:r>
          </a:p>
          <a:p>
            <a:pPr marL="216027" lvl="1" indent="-108014" algn="l">
              <a:lnSpc>
                <a:spcPts val="1275"/>
              </a:lnSpc>
              <a:buFont typeface="Arial"/>
              <a:buChar char="•"/>
            </a:pPr>
            <a:r>
              <a:rPr sz="1000">
                <a:solidFill>
                  <a:srgbClr val="000000"/>
                </a:solidFill>
                <a:latin typeface="Raleway"/>
                <a:ea typeface="Raleway"/>
                <a:cs typeface="Raleway"/>
              </a:rPr>
              <a:t>Java;</a:t>
            </a:r>
          </a:p>
          <a:p>
            <a:pPr marL="216027" lvl="1" indent="-108014" algn="l">
              <a:lnSpc>
                <a:spcPts val="1275"/>
              </a:lnSpc>
              <a:buFont typeface="Arial"/>
              <a:buChar char="•"/>
            </a:pPr>
            <a:r>
              <a:rPr sz="1000">
                <a:solidFill>
                  <a:srgbClr val="000000"/>
                </a:solidFill>
                <a:latin typeface="Raleway"/>
                <a:ea typeface="Raleway"/>
                <a:cs typeface="Raleway"/>
              </a:rPr>
              <a:t>Scrum Master;</a:t>
            </a:r>
          </a:p>
          <a:p>
            <a:pPr marL="216027" lvl="1" indent="-108014" algn="l">
              <a:lnSpc>
                <a:spcPts val="1275"/>
              </a:lnSpc>
              <a:buFont typeface="Arial"/>
              <a:buChar char="•"/>
            </a:pPr>
            <a:r>
              <a:rPr sz="1000">
                <a:solidFill>
                  <a:srgbClr val="000000"/>
                </a:solidFill>
                <a:latin typeface="Raleway"/>
                <a:ea typeface="Raleway"/>
                <a:cs typeface="Raleway"/>
              </a:rPr>
              <a:t>Claims Analysis;</a:t>
            </a:r>
          </a:p>
          <a:p>
            <a:pPr marL="216027" lvl="1" indent="-108014" algn="l">
              <a:lnSpc>
                <a:spcPts val="1275"/>
              </a:lnSpc>
              <a:buFont typeface="Arial"/>
              <a:buChar char="•"/>
            </a:pPr>
            <a:r>
              <a:rPr sz="1000">
                <a:solidFill>
                  <a:srgbClr val="000000"/>
                </a:solidFill>
                <a:latin typeface="Raleway"/>
                <a:ea typeface="Raleway"/>
                <a:cs typeface="Raleway"/>
              </a:rPr>
              <a:t>Data Analysis;</a:t>
            </a:r>
          </a:p>
        </p:txBody>
      </p:sp>
      <p:sp>
        <p:nvSpPr>
          <p:cNvPr id="12" name="TextBox 12">
            <a:extLst>
              <a:ext uri="{FF2B5EF4-FFF2-40B4-BE49-F238E27FC236}">
                <a16:creationId xmlns:a16="http://schemas.microsoft.com/office/drawing/2014/main" id="{3DA0DC97-3487-444B-9926-A705F0FAD176}"/>
              </a:ext>
            </a:extLst>
          </p:cNvPr>
          <p:cNvSpPr>
            <a:spLocks noGrp="1"/>
          </p:cNvSpPr>
          <p:nvPr/>
        </p:nvSpPr>
        <p:spPr>
          <a:xfrm>
            <a:off x="252559" y="9268876"/>
            <a:ext cx="1676493" cy="485775"/>
          </a:xfrm>
          <a:prstGeom prst="rect">
            <a:avLst/>
          </a:prstGeom>
        </p:spPr>
        <p:txBody>
          <a:bodyPr lIns="0" tIns="0" rIns="0" bIns="0" anchor="t">
            <a:spAutoFit/>
          </a:bodyPr>
          <a:lstStyle/>
          <a:p>
            <a:pPr marL="216027" lvl="1" indent="-108014" algn="l">
              <a:lnSpc>
                <a:spcPts val="1275"/>
              </a:lnSpc>
              <a:buFont typeface="Arial"/>
              <a:buChar char="•"/>
            </a:pPr>
            <a:r>
              <a:rPr sz="1000">
                <a:solidFill>
                  <a:srgbClr val="000000"/>
                </a:solidFill>
                <a:latin typeface="Raleway"/>
                <a:ea typeface="Raleway"/>
                <a:cs typeface="Raleway"/>
              </a:rPr>
              <a:t>Driver's license.</a:t>
            </a:r>
          </a:p>
          <a:p>
            <a:pPr marL="216027" lvl="1" indent="-108014" algn="l">
              <a:lnSpc>
                <a:spcPts val="1275"/>
              </a:lnSpc>
              <a:buFont typeface="Arial"/>
              <a:buChar char="•"/>
            </a:pPr>
            <a:r>
              <a:rPr sz="1000">
                <a:solidFill>
                  <a:srgbClr val="000000"/>
                </a:solidFill>
                <a:latin typeface="Raleway"/>
                <a:ea typeface="Raleway"/>
                <a:cs typeface="Raleway"/>
              </a:rPr>
              <a:t>Own vehicle.</a:t>
            </a:r>
          </a:p>
          <a:p>
            <a:pPr marL="216027" lvl="1" indent="-108014" algn="l">
              <a:lnSpc>
                <a:spcPts val="1275"/>
              </a:lnSpc>
              <a:buFont typeface="Arial"/>
              <a:buChar char="•"/>
            </a:pPr>
            <a:r>
              <a:rPr sz="1000">
                <a:solidFill>
                  <a:srgbClr val="000000"/>
                </a:solidFill>
                <a:latin typeface="Raleway"/>
                <a:ea typeface="Raleway"/>
                <a:cs typeface="Raleway"/>
              </a:rPr>
              <a:t>Full availability.</a:t>
            </a:r>
          </a:p>
        </p:txBody>
      </p:sp>
      <p:sp>
        <p:nvSpPr>
          <p:cNvPr id="13" name="TextBox 13">
            <a:extLst>
              <a:ext uri="{FF2B5EF4-FFF2-40B4-BE49-F238E27FC236}">
                <a16:creationId xmlns:a16="http://schemas.microsoft.com/office/drawing/2014/main" id="{45D54C0F-5D67-4A2F-B356-B96311211FD2}"/>
              </a:ext>
            </a:extLst>
          </p:cNvPr>
          <p:cNvSpPr>
            <a:spLocks noGrp="1"/>
          </p:cNvSpPr>
          <p:nvPr/>
        </p:nvSpPr>
        <p:spPr>
          <a:xfrm>
            <a:off x="2629046" y="9597135"/>
            <a:ext cx="2152056" cy="915035"/>
          </a:xfrm>
          <a:prstGeom prst="rect">
            <a:avLst/>
          </a:prstGeom>
        </p:spPr>
        <p:txBody>
          <a:bodyPr lIns="0" tIns="0" rIns="0" bIns="0" anchor="t">
            <a:spAutoFit/>
          </a:bodyPr>
          <a:lstStyle/>
          <a:p>
            <a:pPr algn="l">
              <a:lnSpc>
                <a:spcPts val="1441"/>
              </a:lnSpc>
              <a:buNone/>
            </a:pPr>
            <a:r>
              <a:rPr sz="800">
                <a:solidFill>
                  <a:srgbClr val="000000"/>
                </a:solidFill>
                <a:latin typeface="Raleway"/>
                <a:ea typeface="Raleway"/>
                <a:cs typeface="Raleway"/>
              </a:rPr>
              <a:t>Teamwork</a:t>
            </a:r>
          </a:p>
          <a:p>
            <a:pPr algn="l">
              <a:lnSpc>
                <a:spcPts val="1441"/>
              </a:lnSpc>
              <a:buNone/>
            </a:pPr>
            <a:r>
              <a:rPr sz="800">
                <a:solidFill>
                  <a:srgbClr val="000000"/>
                </a:solidFill>
                <a:latin typeface="Raleway"/>
                <a:ea typeface="Raleway"/>
                <a:cs typeface="Raleway"/>
              </a:rPr>
              <a:t>Continuous learning / Self-taught</a:t>
            </a:r>
          </a:p>
          <a:p>
            <a:pPr algn="l">
              <a:lnSpc>
                <a:spcPts val="1441"/>
              </a:lnSpc>
              <a:buNone/>
            </a:pPr>
            <a:r>
              <a:rPr sz="800">
                <a:solidFill>
                  <a:srgbClr val="000000"/>
                </a:solidFill>
                <a:latin typeface="Raleway"/>
                <a:ea typeface="Raleway"/>
                <a:cs typeface="Raleway"/>
              </a:rPr>
              <a:t>Microsoft Office proficiency</a:t>
            </a:r>
          </a:p>
          <a:p>
            <a:pPr algn="l">
              <a:lnSpc>
                <a:spcPts val="1441"/>
              </a:lnSpc>
              <a:buNone/>
            </a:pPr>
            <a:r>
              <a:rPr sz="800">
                <a:solidFill>
                  <a:srgbClr val="000000"/>
                </a:solidFill>
                <a:latin typeface="Raleway"/>
                <a:ea typeface="Raleway"/>
                <a:cs typeface="Raleway"/>
              </a:rPr>
              <a:t>Results-oriented approach</a:t>
            </a:r>
          </a:p>
          <a:p>
            <a:pPr algn="l">
              <a:lnSpc>
                <a:spcPts val="1441"/>
              </a:lnSpc>
              <a:buNone/>
            </a:pPr>
            <a:r>
              <a:rPr sz="800">
                <a:solidFill>
                  <a:srgbClr val="000000"/>
                </a:solidFill>
                <a:latin typeface="Raleway"/>
                <a:ea typeface="Raleway"/>
                <a:cs typeface="Raleway"/>
              </a:rPr>
              <a:t>Adaptability to new technologies</a:t>
            </a:r>
          </a:p>
        </p:txBody>
      </p:sp>
      <p:sp>
        <p:nvSpPr>
          <p:cNvPr id="14" name="TextBox 14">
            <a:extLst>
              <a:ext uri="{FF2B5EF4-FFF2-40B4-BE49-F238E27FC236}">
                <a16:creationId xmlns:a16="http://schemas.microsoft.com/office/drawing/2014/main" id="{A4CB47C7-8129-4E9E-84AA-531D2B4D7DF3}"/>
              </a:ext>
            </a:extLst>
          </p:cNvPr>
          <p:cNvSpPr>
            <a:spLocks noGrp="1"/>
          </p:cNvSpPr>
          <p:nvPr/>
        </p:nvSpPr>
        <p:spPr>
          <a:xfrm>
            <a:off x="2651756" y="3877266"/>
            <a:ext cx="2727546" cy="439674"/>
          </a:xfrm>
          <a:prstGeom prst="rect">
            <a:avLst/>
          </a:prstGeom>
        </p:spPr>
        <p:txBody>
          <a:bodyPr lIns="0" tIns="0" rIns="0" bIns="0" anchor="t">
            <a:spAutoFit/>
          </a:bodyPr>
          <a:lstStyle/>
          <a:p>
            <a:pPr algn="l">
              <a:lnSpc>
                <a:spcPts val="1731"/>
              </a:lnSpc>
              <a:buNone/>
            </a:pPr>
            <a:r>
              <a:rPr sz="1000" b="1">
                <a:solidFill>
                  <a:srgbClr val="000000"/>
                </a:solidFill>
                <a:latin typeface="Raleway Bold"/>
                <a:ea typeface="Raleway Bold"/>
                <a:cs typeface="Raleway Bold"/>
              </a:rPr>
              <a:t>Back Office / Business Support</a:t>
            </a:r>
          </a:p>
          <a:p>
            <a:pPr algn="l">
              <a:lnSpc>
                <a:spcPts val="1731"/>
              </a:lnSpc>
              <a:buNone/>
            </a:pPr>
            <a:r>
              <a:rPr sz="1000">
                <a:solidFill>
                  <a:srgbClr val="000000"/>
                </a:solidFill>
                <a:latin typeface="Raleway"/>
                <a:ea typeface="Raleway"/>
                <a:cs typeface="Raleway"/>
              </a:rPr>
              <a:t>Ibercaja Connect. Aug 2022 - Dec 2023</a:t>
            </a:r>
          </a:p>
        </p:txBody>
      </p:sp>
      <p:sp>
        <p:nvSpPr>
          <p:cNvPr id="15" name="TextBox 15">
            <a:extLst>
              <a:ext uri="{FF2B5EF4-FFF2-40B4-BE49-F238E27FC236}">
                <a16:creationId xmlns:a16="http://schemas.microsoft.com/office/drawing/2014/main" id="{87A7B9C2-4636-4832-9651-A035112276E8}"/>
              </a:ext>
            </a:extLst>
          </p:cNvPr>
          <p:cNvSpPr>
            <a:spLocks noGrp="1"/>
          </p:cNvSpPr>
          <p:nvPr/>
        </p:nvSpPr>
        <p:spPr>
          <a:xfrm>
            <a:off x="2629046" y="5738055"/>
            <a:ext cx="3174567" cy="355600"/>
          </a:xfrm>
          <a:prstGeom prst="rect">
            <a:avLst/>
          </a:prstGeom>
        </p:spPr>
        <p:txBody>
          <a:bodyPr lIns="0" tIns="0" rIns="0" bIns="0" anchor="t">
            <a:spAutoFit/>
          </a:bodyPr>
          <a:lstStyle/>
          <a:p>
            <a:pPr algn="l">
              <a:lnSpc>
                <a:spcPts val="1400"/>
              </a:lnSpc>
              <a:buNone/>
            </a:pPr>
            <a:r>
              <a:rPr sz="1000" b="1">
                <a:solidFill>
                  <a:srgbClr val="000000"/>
                </a:solidFill>
                <a:latin typeface="Raleway Bold"/>
                <a:ea typeface="Raleway Bold"/>
                <a:cs typeface="Raleway Bold"/>
              </a:rPr>
              <a:t>Claims Analyst</a:t>
            </a:r>
          </a:p>
          <a:p>
            <a:pPr algn="l">
              <a:lnSpc>
                <a:spcPts val="1400"/>
              </a:lnSpc>
              <a:buNone/>
            </a:pPr>
            <a:r>
              <a:rPr sz="1000">
                <a:solidFill>
                  <a:srgbClr val="000000"/>
                </a:solidFill>
                <a:latin typeface="Raleway"/>
                <a:ea typeface="Raleway"/>
                <a:cs typeface="Raleway"/>
              </a:rPr>
              <a:t>Banco Hipotecario (Argentina). Mar 2017 - Jun 2021</a:t>
            </a:r>
          </a:p>
        </p:txBody>
      </p:sp>
      <p:sp>
        <p:nvSpPr>
          <p:cNvPr id="16" name="TextBox 16">
            <a:extLst>
              <a:ext uri="{FF2B5EF4-FFF2-40B4-BE49-F238E27FC236}">
                <a16:creationId xmlns:a16="http://schemas.microsoft.com/office/drawing/2014/main" id="{B9424403-38B3-4E25-B8A8-1C1A0768478B}"/>
              </a:ext>
            </a:extLst>
          </p:cNvPr>
          <p:cNvSpPr>
            <a:spLocks noGrp="1"/>
          </p:cNvSpPr>
          <p:nvPr/>
        </p:nvSpPr>
        <p:spPr>
          <a:xfrm>
            <a:off x="2651756" y="3026414"/>
            <a:ext cx="3031912" cy="412164"/>
          </a:xfrm>
          <a:prstGeom prst="rect">
            <a:avLst/>
          </a:prstGeom>
        </p:spPr>
        <p:txBody>
          <a:bodyPr lIns="0" tIns="0" rIns="0" bIns="0" anchor="t">
            <a:spAutoFit/>
          </a:bodyPr>
          <a:lstStyle/>
          <a:p>
            <a:pPr algn="l">
              <a:lnSpc>
                <a:spcPts val="1701"/>
              </a:lnSpc>
              <a:buNone/>
            </a:pPr>
            <a:r>
              <a:rPr sz="1000" b="1" dirty="0">
                <a:solidFill>
                  <a:srgbClr val="000000"/>
                </a:solidFill>
                <a:latin typeface="Raleway Bold"/>
                <a:ea typeface="Raleway Bold"/>
                <a:cs typeface="Raleway Bold"/>
              </a:rPr>
              <a:t>Management &amp; Technical Support</a:t>
            </a:r>
          </a:p>
          <a:p>
            <a:pPr algn="l">
              <a:lnSpc>
                <a:spcPts val="1701"/>
              </a:lnSpc>
              <a:buNone/>
            </a:pPr>
            <a:r>
              <a:rPr sz="1000" dirty="0">
                <a:solidFill>
                  <a:srgbClr val="000000"/>
                </a:solidFill>
                <a:latin typeface="Raleway"/>
                <a:ea typeface="Raleway"/>
                <a:cs typeface="Raleway"/>
              </a:rPr>
              <a:t>BSH. December 2023 - Jun 2024</a:t>
            </a:r>
          </a:p>
        </p:txBody>
      </p:sp>
      <p:sp>
        <p:nvSpPr>
          <p:cNvPr id="17" name="TextBox 17">
            <a:extLst>
              <a:ext uri="{FF2B5EF4-FFF2-40B4-BE49-F238E27FC236}">
                <a16:creationId xmlns:a16="http://schemas.microsoft.com/office/drawing/2014/main" id="{98C32FEB-E89E-413D-B291-780910A37968}"/>
              </a:ext>
            </a:extLst>
          </p:cNvPr>
          <p:cNvSpPr>
            <a:spLocks noGrp="1"/>
          </p:cNvSpPr>
          <p:nvPr/>
        </p:nvSpPr>
        <p:spPr>
          <a:xfrm>
            <a:off x="5164514" y="9597135"/>
            <a:ext cx="1323617" cy="885866"/>
          </a:xfrm>
          <a:prstGeom prst="rect">
            <a:avLst/>
          </a:prstGeom>
        </p:spPr>
        <p:txBody>
          <a:bodyPr lIns="0" tIns="0" rIns="0" bIns="0" anchor="t">
            <a:spAutoFit/>
          </a:bodyPr>
          <a:lstStyle/>
          <a:p>
            <a:pPr marL="0" lvl="0" indent="0" algn="l">
              <a:lnSpc>
                <a:spcPts val="1441"/>
              </a:lnSpc>
              <a:spcBef>
                <a:spcPct val="0"/>
              </a:spcBef>
              <a:buNone/>
            </a:pPr>
            <a:r>
              <a:rPr sz="800" u="none">
                <a:solidFill>
                  <a:srgbClr val="000000"/>
                </a:solidFill>
                <a:latin typeface="Raleway"/>
                <a:ea typeface="Raleway"/>
                <a:cs typeface="Raleway"/>
              </a:rPr>
              <a:t>Power bi</a:t>
            </a:r>
          </a:p>
          <a:p>
            <a:pPr marL="0" lvl="0" indent="0" algn="l">
              <a:lnSpc>
                <a:spcPts val="1441"/>
              </a:lnSpc>
              <a:spcBef>
                <a:spcPct val="0"/>
              </a:spcBef>
              <a:buNone/>
            </a:pPr>
            <a:r>
              <a:rPr sz="800" u="none">
                <a:solidFill>
                  <a:srgbClr val="000000"/>
                </a:solidFill>
                <a:latin typeface="Raleway"/>
                <a:ea typeface="Raleway"/>
                <a:cs typeface="Raleway"/>
              </a:rPr>
              <a:t>C</a:t>
            </a:r>
          </a:p>
          <a:p>
            <a:pPr marL="0" lvl="0" indent="0" algn="l">
              <a:lnSpc>
                <a:spcPts val="1441"/>
              </a:lnSpc>
              <a:spcBef>
                <a:spcPct val="0"/>
              </a:spcBef>
              <a:buNone/>
            </a:pPr>
            <a:r>
              <a:rPr sz="800" u="none">
                <a:solidFill>
                  <a:srgbClr val="000000"/>
                </a:solidFill>
                <a:latin typeface="Raleway"/>
                <a:ea typeface="Raleway"/>
                <a:cs typeface="Raleway"/>
              </a:rPr>
              <a:t>SQL</a:t>
            </a:r>
          </a:p>
          <a:p>
            <a:pPr marL="0" lvl="0" indent="0" algn="l">
              <a:lnSpc>
                <a:spcPts val="1441"/>
              </a:lnSpc>
              <a:spcBef>
                <a:spcPct val="0"/>
              </a:spcBef>
              <a:buNone/>
            </a:pPr>
            <a:r>
              <a:rPr sz="800" u="none">
                <a:solidFill>
                  <a:srgbClr val="000000"/>
                </a:solidFill>
                <a:latin typeface="Raleway"/>
                <a:ea typeface="Raleway"/>
                <a:cs typeface="Raleway"/>
              </a:rPr>
              <a:t>Java</a:t>
            </a:r>
          </a:p>
          <a:p>
            <a:pPr marL="0" lvl="0" indent="0" algn="l">
              <a:lnSpc>
                <a:spcPts val="1441"/>
              </a:lnSpc>
              <a:spcBef>
                <a:spcPct val="0"/>
              </a:spcBef>
              <a:buNone/>
            </a:pPr>
            <a:r>
              <a:rPr sz="800" u="none">
                <a:solidFill>
                  <a:srgbClr val="000000"/>
                </a:solidFill>
                <a:latin typeface="Raleway"/>
                <a:ea typeface="Raleway"/>
                <a:cs typeface="Raleway"/>
              </a:rPr>
              <a:t>Linux / Bash</a:t>
            </a:r>
          </a:p>
        </p:txBody>
      </p:sp>
      <p:sp>
        <p:nvSpPr>
          <p:cNvPr id="18" name="TextBox 18">
            <a:extLst>
              <a:ext uri="{FF2B5EF4-FFF2-40B4-BE49-F238E27FC236}">
                <a16:creationId xmlns:a16="http://schemas.microsoft.com/office/drawing/2014/main" id="{9D688CF8-81D2-4E81-8EA6-A62768900C70}"/>
              </a:ext>
            </a:extLst>
          </p:cNvPr>
          <p:cNvSpPr>
            <a:spLocks noGrp="1"/>
          </p:cNvSpPr>
          <p:nvPr/>
        </p:nvSpPr>
        <p:spPr>
          <a:xfrm>
            <a:off x="2629046" y="7807937"/>
            <a:ext cx="3785392" cy="1463606"/>
          </a:xfrm>
          <a:prstGeom prst="rect">
            <a:avLst/>
          </a:prstGeom>
        </p:spPr>
        <p:txBody>
          <a:bodyPr lIns="0" tIns="0" rIns="0" bIns="0" anchor="t">
            <a:spAutoFit/>
          </a:bodyPr>
          <a:lstStyle/>
          <a:p>
            <a:pPr algn="l">
              <a:lnSpc>
                <a:spcPts val="1366"/>
              </a:lnSpc>
              <a:buNone/>
            </a:pPr>
            <a:r>
              <a:rPr sz="786" b="1" dirty="0">
                <a:solidFill>
                  <a:srgbClr val="000000"/>
                </a:solidFill>
                <a:latin typeface="Raleway Bold"/>
                <a:ea typeface="Raleway Bold"/>
                <a:cs typeface="Raleway Bold"/>
              </a:rPr>
              <a:t>Cesur</a:t>
            </a:r>
          </a:p>
          <a:p>
            <a:pPr algn="l">
              <a:lnSpc>
                <a:spcPts val="1366"/>
              </a:lnSpc>
              <a:buNone/>
            </a:pPr>
            <a:r>
              <a:rPr sz="786" dirty="0">
                <a:solidFill>
                  <a:srgbClr val="000000"/>
                </a:solidFill>
                <a:latin typeface="Raleway"/>
                <a:ea typeface="Raleway"/>
                <a:cs typeface="Raleway"/>
              </a:rPr>
              <a:t>Cross-Platform Application Development. Sept 2024 </a:t>
            </a:r>
            <a:r>
              <a:rPr lang="es-ES" sz="786" dirty="0">
                <a:solidFill>
                  <a:srgbClr val="000000"/>
                </a:solidFill>
                <a:latin typeface="Raleway"/>
                <a:ea typeface="Raleway"/>
                <a:cs typeface="Raleway"/>
              </a:rPr>
              <a:t>–</a:t>
            </a:r>
            <a:r>
              <a:rPr sz="786" dirty="0">
                <a:solidFill>
                  <a:srgbClr val="000000"/>
                </a:solidFill>
                <a:latin typeface="Raleway"/>
                <a:ea typeface="Raleway"/>
                <a:cs typeface="Raleway"/>
              </a:rPr>
              <a:t> </a:t>
            </a:r>
            <a:r>
              <a:rPr lang="es-ES" sz="786" dirty="0">
                <a:solidFill>
                  <a:srgbClr val="000000"/>
                </a:solidFill>
                <a:latin typeface="Raleway"/>
                <a:ea typeface="Raleway"/>
                <a:cs typeface="Raleway"/>
              </a:rPr>
              <a:t>jun 2026</a:t>
            </a:r>
            <a:endParaRPr sz="786" dirty="0">
              <a:solidFill>
                <a:srgbClr val="000000"/>
              </a:solidFill>
              <a:latin typeface="Raleway"/>
              <a:ea typeface="Raleway"/>
              <a:cs typeface="Raleway"/>
            </a:endParaRPr>
          </a:p>
          <a:p>
            <a:pPr algn="l">
              <a:lnSpc>
                <a:spcPts val="1366"/>
              </a:lnSpc>
              <a:buNone/>
            </a:pPr>
            <a:endParaRPr sz="786" dirty="0">
              <a:solidFill>
                <a:srgbClr val="000000"/>
              </a:solidFill>
              <a:latin typeface="Raleway"/>
              <a:ea typeface="Raleway"/>
              <a:cs typeface="Raleway"/>
            </a:endParaRPr>
          </a:p>
          <a:p>
            <a:pPr algn="l">
              <a:lnSpc>
                <a:spcPts val="1366"/>
              </a:lnSpc>
              <a:buNone/>
            </a:pPr>
            <a:r>
              <a:rPr sz="786" b="1" dirty="0">
                <a:solidFill>
                  <a:srgbClr val="000000"/>
                </a:solidFill>
                <a:latin typeface="Raleway Bold"/>
                <a:ea typeface="Raleway Bold"/>
                <a:cs typeface="Raleway Bold"/>
              </a:rPr>
              <a:t>42 Malaga</a:t>
            </a:r>
          </a:p>
          <a:p>
            <a:pPr algn="l">
              <a:lnSpc>
                <a:spcPts val="1366"/>
              </a:lnSpc>
              <a:buNone/>
            </a:pPr>
            <a:r>
              <a:rPr sz="786" dirty="0">
                <a:solidFill>
                  <a:srgbClr val="000000"/>
                </a:solidFill>
                <a:latin typeface="Raleway"/>
                <a:ea typeface="Raleway"/>
                <a:cs typeface="Raleway"/>
              </a:rPr>
              <a:t>Developer. February 2025 - Present</a:t>
            </a:r>
          </a:p>
          <a:p>
            <a:pPr algn="l">
              <a:lnSpc>
                <a:spcPts val="1366"/>
              </a:lnSpc>
              <a:buNone/>
            </a:pPr>
            <a:endParaRPr sz="786" dirty="0">
              <a:solidFill>
                <a:srgbClr val="000000"/>
              </a:solidFill>
              <a:latin typeface="Raleway"/>
              <a:ea typeface="Raleway"/>
              <a:cs typeface="Raleway"/>
            </a:endParaRPr>
          </a:p>
          <a:p>
            <a:pPr algn="l">
              <a:lnSpc>
                <a:spcPts val="1966"/>
              </a:lnSpc>
              <a:buNone/>
            </a:pPr>
            <a:r>
              <a:rPr sz="786" b="1" dirty="0">
                <a:solidFill>
                  <a:srgbClr val="000000"/>
                </a:solidFill>
                <a:latin typeface="Raleway Bold"/>
                <a:ea typeface="Raleway Bold"/>
                <a:cs typeface="Raleway Bold"/>
              </a:rPr>
              <a:t>John F. Kennedy University</a:t>
            </a:r>
          </a:p>
          <a:p>
            <a:pPr algn="l">
              <a:lnSpc>
                <a:spcPts val="1062"/>
              </a:lnSpc>
              <a:buNone/>
            </a:pPr>
            <a:r>
              <a:rPr sz="786" dirty="0">
                <a:solidFill>
                  <a:srgbClr val="000000"/>
                </a:solidFill>
                <a:latin typeface="Raleway"/>
                <a:ea typeface="Raleway"/>
                <a:cs typeface="Raleway"/>
              </a:rPr>
              <a:t>University Technician in Insurance. March 2019 - July 2022</a:t>
            </a:r>
          </a:p>
        </p:txBody>
      </p:sp>
      <p:sp>
        <p:nvSpPr>
          <p:cNvPr id="19" name="TextBox 19">
            <a:extLst>
              <a:ext uri="{FF2B5EF4-FFF2-40B4-BE49-F238E27FC236}">
                <a16:creationId xmlns:a16="http://schemas.microsoft.com/office/drawing/2014/main" id="{917059F0-DBEF-4FD8-91B7-10DBA6D0EC72}"/>
              </a:ext>
            </a:extLst>
          </p:cNvPr>
          <p:cNvSpPr>
            <a:spLocks noGrp="1"/>
          </p:cNvSpPr>
          <p:nvPr/>
        </p:nvSpPr>
        <p:spPr>
          <a:xfrm>
            <a:off x="672717" y="5241420"/>
            <a:ext cx="1223311" cy="167097"/>
          </a:xfrm>
          <a:prstGeom prst="rect">
            <a:avLst/>
          </a:prstGeom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400"/>
              </a:lnSpc>
              <a:buNone/>
            </a:pPr>
            <a:r>
              <a:rPr sz="1000" dirty="0">
                <a:solidFill>
                  <a:srgbClr val="000000"/>
                </a:solidFill>
                <a:latin typeface="Rubik Light"/>
                <a:ea typeface="Rubik Light"/>
                <a:cs typeface="Rubik Light"/>
              </a:rPr>
              <a:t>+34-</a:t>
            </a:r>
            <a:r>
              <a:rPr lang="es-ES" sz="1000" dirty="0">
                <a:solidFill>
                  <a:srgbClr val="000000"/>
                </a:solidFill>
                <a:latin typeface="Rubik Light"/>
                <a:ea typeface="Rubik Light"/>
                <a:cs typeface="Rubik Light"/>
              </a:rPr>
              <a:t> 635573648</a:t>
            </a:r>
            <a:endParaRPr sz="1000" dirty="0">
              <a:solidFill>
                <a:srgbClr val="000000"/>
              </a:solidFill>
              <a:latin typeface="Rubik Light"/>
              <a:ea typeface="Rubik Light"/>
              <a:cs typeface="Rubik Light"/>
            </a:endParaRPr>
          </a:p>
        </p:txBody>
      </p:sp>
      <p:sp>
        <p:nvSpPr>
          <p:cNvPr id="20" name="TextBox 20">
            <a:extLst>
              <a:ext uri="{FF2B5EF4-FFF2-40B4-BE49-F238E27FC236}">
                <a16:creationId xmlns:a16="http://schemas.microsoft.com/office/drawing/2014/main" id="{B251E9EF-1BA5-463D-A150-8DD6D8095EB7}"/>
              </a:ext>
            </a:extLst>
          </p:cNvPr>
          <p:cNvSpPr>
            <a:spLocks noGrp="1"/>
          </p:cNvSpPr>
          <p:nvPr/>
        </p:nvSpPr>
        <p:spPr>
          <a:xfrm>
            <a:off x="672717" y="6021972"/>
            <a:ext cx="1388993" cy="346060"/>
          </a:xfrm>
          <a:prstGeom prst="rect">
            <a:avLst/>
          </a:prstGeom>
        </p:spPr>
        <p:txBody>
          <a:bodyPr lIns="0" tIns="0" rIns="0" bIns="0" anchor="t">
            <a:spAutoFit/>
          </a:bodyPr>
          <a:lstStyle/>
          <a:p>
            <a:pPr algn="l">
              <a:lnSpc>
                <a:spcPts val="1400"/>
              </a:lnSpc>
              <a:buNone/>
            </a:pPr>
            <a:r>
              <a:rPr sz="1000">
                <a:solidFill>
                  <a:srgbClr val="000000"/>
                </a:solidFill>
                <a:latin typeface="Rubik Light"/>
                <a:ea typeface="Rubik Light"/>
                <a:cs typeface="Rubik Light"/>
              </a:rPr>
              <a:t>Alhaurin de la Torre - Málaga</a:t>
            </a:r>
          </a:p>
        </p:txBody>
      </p:sp>
      <p:sp>
        <p:nvSpPr>
          <p:cNvPr id="21" name="TextBox 21">
            <a:extLst>
              <a:ext uri="{FF2B5EF4-FFF2-40B4-BE49-F238E27FC236}">
                <a16:creationId xmlns:a16="http://schemas.microsoft.com/office/drawing/2014/main" id="{7E25578D-6C39-44BD-9E4A-16590399A9A6}"/>
              </a:ext>
            </a:extLst>
          </p:cNvPr>
          <p:cNvSpPr>
            <a:spLocks noGrp="1"/>
          </p:cNvSpPr>
          <p:nvPr/>
        </p:nvSpPr>
        <p:spPr>
          <a:xfrm>
            <a:off x="672717" y="5672121"/>
            <a:ext cx="1805264" cy="167097"/>
          </a:xfrm>
          <a:prstGeom prst="rect">
            <a:avLst/>
          </a:prstGeom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400"/>
              </a:lnSpc>
              <a:buNone/>
            </a:pPr>
            <a:r>
              <a:rPr sz="1000" dirty="0">
                <a:solidFill>
                  <a:srgbClr val="000000"/>
                </a:solidFill>
                <a:latin typeface="Rubik Light"/>
                <a:ea typeface="Rubik Light"/>
                <a:cs typeface="Rubik Light"/>
              </a:rPr>
              <a:t>florenciavillalonga@gmail.com</a:t>
            </a:r>
          </a:p>
        </p:txBody>
      </p:sp>
      <p:sp>
        <p:nvSpPr>
          <p:cNvPr id="22" name="TextBox 22">
            <a:extLst>
              <a:ext uri="{FF2B5EF4-FFF2-40B4-BE49-F238E27FC236}">
                <a16:creationId xmlns:a16="http://schemas.microsoft.com/office/drawing/2014/main" id="{890487E3-5BD1-44DA-B9D5-51C2A351A336}"/>
              </a:ext>
            </a:extLst>
          </p:cNvPr>
          <p:cNvSpPr>
            <a:spLocks noGrp="1"/>
          </p:cNvSpPr>
          <p:nvPr/>
        </p:nvSpPr>
        <p:spPr>
          <a:xfrm>
            <a:off x="2651756" y="4371837"/>
            <a:ext cx="3921900" cy="342900"/>
          </a:xfrm>
          <a:prstGeom prst="rect">
            <a:avLst/>
          </a:prstGeom>
        </p:spPr>
        <p:txBody>
          <a:bodyPr lIns="0" tIns="0" rIns="0" bIns="0" anchor="t">
            <a:spAutoFit/>
          </a:bodyPr>
          <a:lstStyle/>
          <a:p>
            <a:pPr algn="l">
              <a:lnSpc>
                <a:spcPts val="1350"/>
              </a:lnSpc>
              <a:buNone/>
            </a:pPr>
            <a:r>
              <a:rPr sz="1000">
                <a:solidFill>
                  <a:srgbClr val="000000"/>
                </a:solidFill>
                <a:latin typeface="Rubik Light"/>
                <a:ea typeface="Rubik Light"/>
                <a:cs typeface="Rubik Light"/>
              </a:rPr>
              <a:t>- Incident resolution; phone support; guidance for completing procedures; case follow-up.</a:t>
            </a:r>
          </a:p>
        </p:txBody>
      </p:sp>
      <p:sp>
        <p:nvSpPr>
          <p:cNvPr id="23" name="TextBox 23">
            <a:extLst>
              <a:ext uri="{FF2B5EF4-FFF2-40B4-BE49-F238E27FC236}">
                <a16:creationId xmlns:a16="http://schemas.microsoft.com/office/drawing/2014/main" id="{E8033AB9-BF56-42C7-980F-114915004FB5}"/>
              </a:ext>
            </a:extLst>
          </p:cNvPr>
          <p:cNvSpPr>
            <a:spLocks noGrp="1"/>
          </p:cNvSpPr>
          <p:nvPr/>
        </p:nvSpPr>
        <p:spPr>
          <a:xfrm>
            <a:off x="2629046" y="6150735"/>
            <a:ext cx="3998433" cy="1234440"/>
          </a:xfrm>
          <a:prstGeom prst="rect">
            <a:avLst/>
          </a:prstGeom>
        </p:spPr>
        <p:txBody>
          <a:bodyPr lIns="0" tIns="0" rIns="0" bIns="0" anchor="t">
            <a:spAutoFit/>
          </a:bodyPr>
          <a:lstStyle/>
          <a:p>
            <a:pPr algn="l">
              <a:lnSpc>
                <a:spcPts val="1215"/>
              </a:lnSpc>
              <a:buNone/>
            </a:pPr>
            <a:r>
              <a:rPr sz="900">
                <a:solidFill>
                  <a:srgbClr val="000000"/>
                </a:solidFill>
                <a:latin typeface="Rubik Light"/>
                <a:ea typeface="Rubik Light"/>
                <a:cs typeface="Rubik Light"/>
              </a:rPr>
              <a:t>- Comprehensive claims analysis and financial impact assessment across the insured product portfolio.</a:t>
            </a:r>
          </a:p>
          <a:p>
            <a:pPr algn="l">
              <a:lnSpc>
                <a:spcPts val="1215"/>
              </a:lnSpc>
              <a:buNone/>
            </a:pPr>
            <a:r>
              <a:rPr sz="900">
                <a:solidFill>
                  <a:srgbClr val="000000"/>
                </a:solidFill>
                <a:latin typeface="Rubik Light"/>
                <a:ea typeface="Rubik Light"/>
                <a:cs typeface="Rubik Light"/>
              </a:rPr>
              <a:t>- Preparation and maintenance of technical reserve reports using Excel files and Power BI dashboards.</a:t>
            </a:r>
          </a:p>
          <a:p>
            <a:pPr algn="l">
              <a:lnSpc>
                <a:spcPts val="1215"/>
              </a:lnSpc>
              <a:buNone/>
            </a:pPr>
            <a:r>
              <a:rPr sz="900">
                <a:solidFill>
                  <a:srgbClr val="000000"/>
                </a:solidFill>
                <a:latin typeface="Rubik Light"/>
                <a:ea typeface="Rubik Light"/>
                <a:cs typeface="Rubik Light"/>
              </a:rPr>
              <a:t>- Evaluation of historical claims data to detect anomalies and improve prevention and prediction capabilities.</a:t>
            </a:r>
          </a:p>
          <a:p>
            <a:pPr algn="l">
              <a:lnSpc>
                <a:spcPts val="1215"/>
              </a:lnSpc>
              <a:buNone/>
            </a:pPr>
            <a:r>
              <a:rPr sz="900">
                <a:solidFill>
                  <a:srgbClr val="000000"/>
                </a:solidFill>
                <a:latin typeface="Rubik Light"/>
                <a:ea typeface="Rubik Light"/>
                <a:cs typeface="Rubik Light"/>
              </a:rPr>
              <a:t>- Automation of periodic management reports focused on operational efficiency and regulatory compliance.</a:t>
            </a:r>
          </a:p>
        </p:txBody>
      </p:sp>
      <p:sp>
        <p:nvSpPr>
          <p:cNvPr id="24" name="TextBox 24">
            <a:extLst>
              <a:ext uri="{FF2B5EF4-FFF2-40B4-BE49-F238E27FC236}">
                <a16:creationId xmlns:a16="http://schemas.microsoft.com/office/drawing/2014/main" id="{56D75483-A323-44E3-B6FE-1641B40AB108}"/>
              </a:ext>
            </a:extLst>
          </p:cNvPr>
          <p:cNvSpPr>
            <a:spLocks noGrp="1"/>
          </p:cNvSpPr>
          <p:nvPr/>
        </p:nvSpPr>
        <p:spPr>
          <a:xfrm>
            <a:off x="2651756" y="3496331"/>
            <a:ext cx="4006348" cy="342835"/>
          </a:xfrm>
          <a:prstGeom prst="rect">
            <a:avLst/>
          </a:prstGeom>
        </p:spPr>
        <p:txBody>
          <a:bodyPr lIns="0" tIns="0" rIns="0" bIns="0" anchor="t">
            <a:spAutoFit/>
          </a:bodyPr>
          <a:lstStyle/>
          <a:p>
            <a:pPr algn="l">
              <a:lnSpc>
                <a:spcPts val="1350"/>
              </a:lnSpc>
              <a:buNone/>
            </a:pPr>
            <a:r>
              <a:rPr sz="1000" dirty="0">
                <a:solidFill>
                  <a:srgbClr val="000000"/>
                </a:solidFill>
                <a:latin typeface="Rubik Light"/>
                <a:ea typeface="Rubik Light"/>
                <a:cs typeface="Rubik Light"/>
              </a:rPr>
              <a:t>- Managed technical service nationwide and maintained customer databases.</a:t>
            </a:r>
          </a:p>
        </p:txBody>
      </p:sp>
      <p:sp>
        <p:nvSpPr>
          <p:cNvPr id="25" name="TextBox 25">
            <a:extLst>
              <a:ext uri="{FF2B5EF4-FFF2-40B4-BE49-F238E27FC236}">
                <a16:creationId xmlns:a16="http://schemas.microsoft.com/office/drawing/2014/main" id="{61667E0E-5E59-47A0-B443-9F6BECF3CE91}"/>
              </a:ext>
            </a:extLst>
          </p:cNvPr>
          <p:cNvSpPr>
            <a:spLocks noGrp="1"/>
          </p:cNvSpPr>
          <p:nvPr/>
        </p:nvSpPr>
        <p:spPr>
          <a:xfrm>
            <a:off x="370200" y="4799813"/>
            <a:ext cx="839953" cy="293497"/>
          </a:xfrm>
          <a:prstGeom prst="rect">
            <a:avLst/>
          </a:prstGeom>
        </p:spPr>
        <p:txBody>
          <a:bodyPr lIns="0" tIns="0" rIns="0" bIns="0" anchor="t">
            <a:spAutoFit/>
          </a:bodyPr>
          <a:lstStyle/>
          <a:p>
            <a:pPr algn="l">
              <a:lnSpc>
                <a:spcPts val="2311"/>
              </a:lnSpc>
              <a:buNone/>
            </a:pPr>
            <a:r>
              <a:rPr sz="1651">
                <a:solidFill>
                  <a:srgbClr val="000000"/>
                </a:solidFill>
                <a:latin typeface="DM Serif Display"/>
                <a:ea typeface="DM Serif Display"/>
                <a:cs typeface="DM Serif Display"/>
              </a:rPr>
              <a:t>Contact</a:t>
            </a:r>
          </a:p>
        </p:txBody>
      </p:sp>
      <p:sp>
        <p:nvSpPr>
          <p:cNvPr id="26" name="TextBox 26">
            <a:extLst>
              <a:ext uri="{FF2B5EF4-FFF2-40B4-BE49-F238E27FC236}">
                <a16:creationId xmlns:a16="http://schemas.microsoft.com/office/drawing/2014/main" id="{B8D68DF2-54F3-4A41-A6E8-21F6DE1FEAA9}"/>
              </a:ext>
            </a:extLst>
          </p:cNvPr>
          <p:cNvSpPr>
            <a:spLocks noGrp="1"/>
          </p:cNvSpPr>
          <p:nvPr/>
        </p:nvSpPr>
        <p:spPr>
          <a:xfrm>
            <a:off x="756000" y="2607521"/>
            <a:ext cx="831352" cy="293497"/>
          </a:xfrm>
          <a:prstGeom prst="rect">
            <a:avLst/>
          </a:prstGeom>
        </p:spPr>
        <p:txBody>
          <a:bodyPr lIns="0" tIns="0" rIns="0" bIns="0" anchor="t">
            <a:spAutoFit/>
          </a:bodyPr>
          <a:lstStyle/>
          <a:p>
            <a:pPr algn="l">
              <a:lnSpc>
                <a:spcPts val="2311"/>
              </a:lnSpc>
              <a:buNone/>
            </a:pPr>
            <a:r>
              <a:rPr sz="1651">
                <a:solidFill>
                  <a:srgbClr val="000000"/>
                </a:solidFill>
                <a:latin typeface="DM Serif Display"/>
                <a:ea typeface="DM Serif Display"/>
                <a:cs typeface="DM Serif Display"/>
              </a:rPr>
              <a:t>Profile</a:t>
            </a:r>
          </a:p>
        </p:txBody>
      </p:sp>
      <p:sp>
        <p:nvSpPr>
          <p:cNvPr id="27" name="TextBox 27">
            <a:extLst>
              <a:ext uri="{FF2B5EF4-FFF2-40B4-BE49-F238E27FC236}">
                <a16:creationId xmlns:a16="http://schemas.microsoft.com/office/drawing/2014/main" id="{83B9080A-E671-43E0-A990-21B6E540DF1A}"/>
              </a:ext>
            </a:extLst>
          </p:cNvPr>
          <p:cNvSpPr>
            <a:spLocks noGrp="1"/>
          </p:cNvSpPr>
          <p:nvPr/>
        </p:nvSpPr>
        <p:spPr>
          <a:xfrm>
            <a:off x="336500" y="7442023"/>
            <a:ext cx="1398251" cy="293497"/>
          </a:xfrm>
          <a:prstGeom prst="rect">
            <a:avLst/>
          </a:prstGeom>
        </p:spPr>
        <p:txBody>
          <a:bodyPr lIns="0" tIns="0" rIns="0" bIns="0" anchor="t">
            <a:spAutoFit/>
          </a:bodyPr>
          <a:lstStyle/>
          <a:p>
            <a:pPr algn="l">
              <a:lnSpc>
                <a:spcPts val="2311"/>
              </a:lnSpc>
              <a:buNone/>
            </a:pPr>
            <a:r>
              <a:rPr sz="1651">
                <a:solidFill>
                  <a:srgbClr val="000000"/>
                </a:solidFill>
                <a:latin typeface="DM Serif Display"/>
                <a:ea typeface="DM Serif Display"/>
                <a:cs typeface="DM Serif Display"/>
              </a:rPr>
              <a:t>Courses</a:t>
            </a:r>
          </a:p>
        </p:txBody>
      </p:sp>
      <p:sp>
        <p:nvSpPr>
          <p:cNvPr id="28" name="TextBox 28">
            <a:extLst>
              <a:ext uri="{FF2B5EF4-FFF2-40B4-BE49-F238E27FC236}">
                <a16:creationId xmlns:a16="http://schemas.microsoft.com/office/drawing/2014/main" id="{067B6120-6D78-480A-A731-A4570A9D7CFB}"/>
              </a:ext>
            </a:extLst>
          </p:cNvPr>
          <p:cNvSpPr>
            <a:spLocks noGrp="1"/>
          </p:cNvSpPr>
          <p:nvPr/>
        </p:nvSpPr>
        <p:spPr>
          <a:xfrm>
            <a:off x="336500" y="8951094"/>
            <a:ext cx="1559528" cy="293497"/>
          </a:xfrm>
          <a:prstGeom prst="rect">
            <a:avLst/>
          </a:prstGeom>
        </p:spPr>
        <p:txBody>
          <a:bodyPr lIns="0" tIns="0" rIns="0" bIns="0" anchor="t">
            <a:spAutoFit/>
          </a:bodyPr>
          <a:lstStyle/>
          <a:p>
            <a:pPr algn="l">
              <a:lnSpc>
                <a:spcPts val="2311"/>
              </a:lnSpc>
              <a:buNone/>
            </a:pPr>
            <a:r>
              <a:rPr sz="1651">
                <a:solidFill>
                  <a:srgbClr val="000000"/>
                </a:solidFill>
                <a:latin typeface="DM Serif Display"/>
                <a:ea typeface="DM Serif Display"/>
                <a:cs typeface="DM Serif Display"/>
              </a:rPr>
              <a:t>Details</a:t>
            </a:r>
          </a:p>
        </p:txBody>
      </p:sp>
      <p:sp>
        <p:nvSpPr>
          <p:cNvPr id="29" name="TextBox 29">
            <a:extLst>
              <a:ext uri="{FF2B5EF4-FFF2-40B4-BE49-F238E27FC236}">
                <a16:creationId xmlns:a16="http://schemas.microsoft.com/office/drawing/2014/main" id="{737F67B3-9F9C-414C-B26B-FEE7C190E0CE}"/>
              </a:ext>
            </a:extLst>
          </p:cNvPr>
          <p:cNvSpPr>
            <a:spLocks noGrp="1"/>
          </p:cNvSpPr>
          <p:nvPr/>
        </p:nvSpPr>
        <p:spPr>
          <a:xfrm>
            <a:off x="2629046" y="9308087"/>
            <a:ext cx="1100014" cy="293497"/>
          </a:xfrm>
          <a:prstGeom prst="rect">
            <a:avLst/>
          </a:prstGeom>
        </p:spPr>
        <p:txBody>
          <a:bodyPr lIns="0" tIns="0" rIns="0" bIns="0" anchor="t">
            <a:spAutoFit/>
          </a:bodyPr>
          <a:lstStyle/>
          <a:p>
            <a:pPr algn="l">
              <a:lnSpc>
                <a:spcPts val="2311"/>
              </a:lnSpc>
              <a:buNone/>
            </a:pPr>
            <a:r>
              <a:rPr sz="1651">
                <a:solidFill>
                  <a:srgbClr val="000000"/>
                </a:solidFill>
                <a:latin typeface="DM Serif Display"/>
                <a:ea typeface="DM Serif Display"/>
                <a:cs typeface="DM Serif Display"/>
              </a:rPr>
              <a:t>Skills</a:t>
            </a:r>
          </a:p>
        </p:txBody>
      </p:sp>
      <p:sp>
        <p:nvSpPr>
          <p:cNvPr id="30" name="TextBox 30">
            <a:extLst>
              <a:ext uri="{FF2B5EF4-FFF2-40B4-BE49-F238E27FC236}">
                <a16:creationId xmlns:a16="http://schemas.microsoft.com/office/drawing/2014/main" id="{EBF3C58C-E9AF-4EBA-883D-F8272778A2B6}"/>
              </a:ext>
            </a:extLst>
          </p:cNvPr>
          <p:cNvSpPr>
            <a:spLocks noGrp="1"/>
          </p:cNvSpPr>
          <p:nvPr/>
        </p:nvSpPr>
        <p:spPr>
          <a:xfrm>
            <a:off x="2988760" y="7453166"/>
            <a:ext cx="1892818" cy="302260"/>
          </a:xfrm>
          <a:prstGeom prst="rect">
            <a:avLst/>
          </a:prstGeom>
        </p:spPr>
        <p:txBody>
          <a:bodyPr lIns="0" tIns="0" rIns="0" bIns="0" anchor="t">
            <a:spAutoFit/>
          </a:bodyPr>
          <a:lstStyle/>
          <a:p>
            <a:pPr algn="l">
              <a:lnSpc>
                <a:spcPts val="2380"/>
              </a:lnSpc>
              <a:buNone/>
            </a:pPr>
            <a:r>
              <a:rPr sz="1700">
                <a:solidFill>
                  <a:srgbClr val="000000"/>
                </a:solidFill>
                <a:latin typeface="DM Serif Display"/>
                <a:ea typeface="DM Serif Display"/>
                <a:cs typeface="DM Serif Display"/>
              </a:rPr>
              <a:t>Education</a:t>
            </a:r>
          </a:p>
        </p:txBody>
      </p:sp>
      <p:sp>
        <p:nvSpPr>
          <p:cNvPr id="31" name="TextBox 31">
            <a:extLst>
              <a:ext uri="{FF2B5EF4-FFF2-40B4-BE49-F238E27FC236}">
                <a16:creationId xmlns:a16="http://schemas.microsoft.com/office/drawing/2014/main" id="{21B8E59D-13E3-466A-9AED-566C9D78398D}"/>
              </a:ext>
            </a:extLst>
          </p:cNvPr>
          <p:cNvSpPr>
            <a:spLocks noGrp="1"/>
          </p:cNvSpPr>
          <p:nvPr/>
        </p:nvSpPr>
        <p:spPr>
          <a:xfrm>
            <a:off x="2988760" y="1671317"/>
            <a:ext cx="2357904" cy="320040"/>
          </a:xfrm>
          <a:prstGeom prst="rect">
            <a:avLst/>
          </a:prstGeom>
        </p:spPr>
        <p:txBody>
          <a:bodyPr lIns="0" tIns="0" rIns="0" bIns="0" anchor="t">
            <a:spAutoFit/>
          </a:bodyPr>
          <a:lstStyle/>
          <a:p>
            <a:pPr algn="l">
              <a:lnSpc>
                <a:spcPts val="2520"/>
              </a:lnSpc>
              <a:buNone/>
            </a:pPr>
            <a:r>
              <a:rPr sz="1800" dirty="0">
                <a:solidFill>
                  <a:srgbClr val="000000"/>
                </a:solidFill>
                <a:latin typeface="DM Serif Display"/>
                <a:ea typeface="DM Serif Display"/>
                <a:cs typeface="DM Serif Display"/>
              </a:rPr>
              <a:t>Work Experience</a:t>
            </a:r>
          </a:p>
        </p:txBody>
      </p:sp>
      <p:sp>
        <p:nvSpPr>
          <p:cNvPr id="32" name="TextBox 32">
            <a:extLst>
              <a:ext uri="{FF2B5EF4-FFF2-40B4-BE49-F238E27FC236}">
                <a16:creationId xmlns:a16="http://schemas.microsoft.com/office/drawing/2014/main" id="{1926F2F9-4262-4840-996E-9BF5D0D46292}"/>
              </a:ext>
            </a:extLst>
          </p:cNvPr>
          <p:cNvSpPr>
            <a:spLocks noGrp="1"/>
          </p:cNvSpPr>
          <p:nvPr/>
        </p:nvSpPr>
        <p:spPr>
          <a:xfrm>
            <a:off x="5139517" y="9316501"/>
            <a:ext cx="1922422" cy="293497"/>
          </a:xfrm>
          <a:prstGeom prst="rect">
            <a:avLst/>
          </a:prstGeom>
        </p:spPr>
        <p:txBody>
          <a:bodyPr lIns="0" tIns="0" rIns="0" bIns="0" anchor="t">
            <a:spAutoFit/>
          </a:bodyPr>
          <a:lstStyle/>
          <a:p>
            <a:pPr algn="l">
              <a:lnSpc>
                <a:spcPts val="2311"/>
              </a:lnSpc>
              <a:buNone/>
            </a:pPr>
            <a:r>
              <a:rPr sz="1651">
                <a:solidFill>
                  <a:srgbClr val="000000"/>
                </a:solidFill>
                <a:latin typeface="DM Serif Display"/>
                <a:ea typeface="DM Serif Display"/>
                <a:cs typeface="DM Serif Display"/>
              </a:rPr>
              <a:t>Technology Stack</a:t>
            </a:r>
          </a:p>
        </p:txBody>
      </p:sp>
      <p:sp>
        <p:nvSpPr>
          <p:cNvPr id="33" name="TextBox 33">
            <a:extLst>
              <a:ext uri="{FF2B5EF4-FFF2-40B4-BE49-F238E27FC236}">
                <a16:creationId xmlns:a16="http://schemas.microsoft.com/office/drawing/2014/main" id="{8D18FE2D-BE66-4770-9AAB-65B006A7F1CE}"/>
              </a:ext>
            </a:extLst>
          </p:cNvPr>
          <p:cNvSpPr>
            <a:spLocks noGrp="1"/>
          </p:cNvSpPr>
          <p:nvPr/>
        </p:nvSpPr>
        <p:spPr>
          <a:xfrm>
            <a:off x="2792071" y="725002"/>
            <a:ext cx="4045795" cy="1108456"/>
          </a:xfrm>
          <a:prstGeom prst="rect">
            <a:avLst/>
          </a:prstGeom>
        </p:spPr>
        <p:txBody>
          <a:bodyPr lIns="0" tIns="0" rIns="0" bIns="0" anchor="t">
            <a:spAutoFit/>
          </a:bodyPr>
          <a:lstStyle/>
          <a:p>
            <a:pPr algn="l">
              <a:lnSpc>
                <a:spcPts val="2828"/>
              </a:lnSpc>
              <a:buNone/>
            </a:pPr>
            <a:r>
              <a:rPr sz="2125" dirty="0">
                <a:solidFill>
                  <a:srgbClr val="000000"/>
                </a:solidFill>
                <a:latin typeface="TAN Pearl"/>
                <a:ea typeface="TAN Pearl"/>
                <a:cs typeface="TAN Pearl"/>
              </a:rPr>
              <a:t>Florencia Villalonga</a:t>
            </a:r>
          </a:p>
          <a:p>
            <a:pPr algn="l">
              <a:lnSpc>
                <a:spcPts val="2950"/>
              </a:lnSpc>
              <a:buNone/>
            </a:pPr>
            <a:r>
              <a:rPr sz="1300" dirty="0">
                <a:solidFill>
                  <a:srgbClr val="000000"/>
                </a:solidFill>
                <a:latin typeface="DM Serif Display"/>
                <a:ea typeface="DM Serif Display"/>
                <a:cs typeface="DM Serif Display"/>
              </a:rPr>
              <a:t> Junior DAM &amp; Data Analyst</a:t>
            </a:r>
          </a:p>
          <a:p>
            <a:pPr algn="l">
              <a:lnSpc>
                <a:spcPts val="2950"/>
              </a:lnSpc>
              <a:buNone/>
            </a:pPr>
            <a:endParaRPr sz="1300" dirty="0">
              <a:solidFill>
                <a:srgbClr val="000000"/>
              </a:solidFill>
              <a:latin typeface="DM Serif Display"/>
              <a:ea typeface="DM Serif Display"/>
              <a:cs typeface="DM Serif Display"/>
            </a:endParaRPr>
          </a:p>
        </p:txBody>
      </p:sp>
      <p:sp>
        <p:nvSpPr>
          <p:cNvPr id="34" name="TextBox 34">
            <a:extLst>
              <a:ext uri="{FF2B5EF4-FFF2-40B4-BE49-F238E27FC236}">
                <a16:creationId xmlns:a16="http://schemas.microsoft.com/office/drawing/2014/main" id="{69578378-AB0B-4FE6-80B5-6295C11EC345}"/>
              </a:ext>
            </a:extLst>
          </p:cNvPr>
          <p:cNvSpPr>
            <a:spLocks noGrp="1"/>
          </p:cNvSpPr>
          <p:nvPr/>
        </p:nvSpPr>
        <p:spPr>
          <a:xfrm>
            <a:off x="451416" y="3143657"/>
            <a:ext cx="1735851" cy="790758"/>
          </a:xfrm>
          <a:prstGeom prst="rect">
            <a:avLst/>
          </a:prstGeom>
        </p:spPr>
        <p:txBody>
          <a:bodyPr lIns="0" tIns="0" rIns="0" bIns="0" anchor="t">
            <a:spAutoFit/>
          </a:bodyPr>
          <a:lstStyle/>
          <a:p>
            <a:pPr algn="l">
              <a:lnSpc>
                <a:spcPts val="1256"/>
              </a:lnSpc>
              <a:buNone/>
            </a:pPr>
            <a:r>
              <a:rPr sz="930">
                <a:solidFill>
                  <a:srgbClr val="000000"/>
                </a:solidFill>
                <a:latin typeface="Rubik Light"/>
                <a:ea typeface="Rubik Light"/>
                <a:cs typeface="Rubik Light"/>
              </a:rPr>
              <a:t>"Looking for an environment where I can apply and continue developing my knowledge in data analysis and software development."</a:t>
            </a:r>
          </a:p>
        </p:txBody>
      </p:sp>
      <p:sp>
        <p:nvSpPr>
          <p:cNvPr id="35" name="TextBox 35">
            <a:extLst>
              <a:ext uri="{FF2B5EF4-FFF2-40B4-BE49-F238E27FC236}">
                <a16:creationId xmlns:a16="http://schemas.microsoft.com/office/drawing/2014/main" id="{2BBF85C9-6F22-4369-8D1F-36B0AAF814FF}"/>
              </a:ext>
            </a:extLst>
          </p:cNvPr>
          <p:cNvSpPr>
            <a:spLocks noGrp="1"/>
          </p:cNvSpPr>
          <p:nvPr/>
        </p:nvSpPr>
        <p:spPr>
          <a:xfrm>
            <a:off x="672717" y="6562346"/>
            <a:ext cx="1388993" cy="174610"/>
          </a:xfrm>
          <a:prstGeom prst="rect">
            <a:avLst/>
          </a:prstGeom>
        </p:spPr>
        <p:txBody>
          <a:bodyPr lIns="0" tIns="0" rIns="0" bIns="0" anchor="t">
            <a:spAutoFit/>
          </a:bodyPr>
          <a:lstStyle/>
          <a:p>
            <a:pPr algn="l">
              <a:lnSpc>
                <a:spcPts val="1400"/>
              </a:lnSpc>
              <a:buNone/>
            </a:pPr>
            <a:r>
              <a:rPr sz="1000">
                <a:solidFill>
                  <a:srgbClr val="000000"/>
                </a:solidFill>
                <a:latin typeface="Rubik Light"/>
                <a:ea typeface="Rubik Light"/>
                <a:cs typeface="Rubik Light"/>
              </a:rPr>
              <a:t>/Florenciavillalonga</a:t>
            </a:r>
          </a:p>
        </p:txBody>
      </p:sp>
      <p:sp>
        <p:nvSpPr>
          <p:cNvPr id="36" name="TextBox 36">
            <a:extLst>
              <a:ext uri="{FF2B5EF4-FFF2-40B4-BE49-F238E27FC236}">
                <a16:creationId xmlns:a16="http://schemas.microsoft.com/office/drawing/2014/main" id="{B160C95F-0772-432B-870D-455E650D2C3F}"/>
              </a:ext>
            </a:extLst>
          </p:cNvPr>
          <p:cNvSpPr>
            <a:spLocks noGrp="1"/>
          </p:cNvSpPr>
          <p:nvPr/>
        </p:nvSpPr>
        <p:spPr>
          <a:xfrm>
            <a:off x="672717" y="7000560"/>
            <a:ext cx="1388993" cy="167097"/>
          </a:xfrm>
          <a:prstGeom prst="rect">
            <a:avLst/>
          </a:prstGeom>
        </p:spPr>
        <p:txBody>
          <a:bodyPr lIns="0" tIns="0" rIns="0" bIns="0" anchor="t">
            <a:spAutoFit/>
          </a:bodyPr>
          <a:lstStyle/>
          <a:p>
            <a:pPr algn="l">
              <a:lnSpc>
                <a:spcPts val="1400"/>
              </a:lnSpc>
              <a:buNone/>
            </a:pPr>
            <a:r>
              <a:rPr sz="1000" dirty="0">
                <a:solidFill>
                  <a:srgbClr val="000000"/>
                </a:solidFill>
                <a:latin typeface="Rubik Light"/>
                <a:ea typeface="Rubik Light"/>
                <a:cs typeface="Rubik Light"/>
              </a:rPr>
              <a:t>/F</a:t>
            </a:r>
            <a:r>
              <a:rPr lang="es-ES" sz="1000" dirty="0" err="1">
                <a:solidFill>
                  <a:srgbClr val="000000"/>
                </a:solidFill>
                <a:latin typeface="Rubik Light"/>
                <a:ea typeface="Rubik Light"/>
                <a:cs typeface="Rubik Light"/>
              </a:rPr>
              <a:t>lorVillalonga</a:t>
            </a:r>
            <a:endParaRPr sz="1000" dirty="0">
              <a:solidFill>
                <a:srgbClr val="000000"/>
              </a:solidFill>
              <a:latin typeface="Rubik Light"/>
              <a:ea typeface="Rubik Light"/>
              <a:cs typeface="Rubik Light"/>
            </a:endParaRPr>
          </a:p>
        </p:txBody>
      </p:sp>
      <p:sp>
        <p:nvSpPr>
          <p:cNvPr id="37" name="TextBox 37">
            <a:extLst>
              <a:ext uri="{FF2B5EF4-FFF2-40B4-BE49-F238E27FC236}">
                <a16:creationId xmlns:a16="http://schemas.microsoft.com/office/drawing/2014/main" id="{044CFB28-AAF3-45FE-982A-B725ADEC9C2C}"/>
              </a:ext>
            </a:extLst>
          </p:cNvPr>
          <p:cNvSpPr>
            <a:spLocks noGrp="1"/>
          </p:cNvSpPr>
          <p:nvPr/>
        </p:nvSpPr>
        <p:spPr>
          <a:xfrm>
            <a:off x="2458061" y="7391843"/>
            <a:ext cx="619929" cy="412854"/>
          </a:xfrm>
          <a:prstGeom prst="rect">
            <a:avLst/>
          </a:prstGeom>
        </p:spPr>
        <p:txBody>
          <a:bodyPr lIns="0" tIns="0" rIns="0" bIns="0" anchor="t">
            <a:spAutoFit/>
          </a:bodyPr>
          <a:lstStyle/>
          <a:p>
            <a:pPr algn="ctr">
              <a:lnSpc>
                <a:spcPts val="3296"/>
              </a:lnSpc>
              <a:spcBef>
                <a:spcPct val="0"/>
              </a:spcBef>
              <a:buNone/>
            </a:pPr>
            <a:r>
              <a:rPr sz="2585">
                <a:solidFill>
                  <a:srgbClr val="000000">
                    <a:alpha val="81961"/>
                  </a:srgbClr>
                </a:solidFill>
                <a:latin typeface="Raleway"/>
                <a:ea typeface="Raleway"/>
                <a:cs typeface="Raleway"/>
              </a:rPr>
              <a:t>🎓</a:t>
            </a:r>
          </a:p>
        </p:txBody>
      </p:sp>
      <p:sp>
        <p:nvSpPr>
          <p:cNvPr id="38" name="TextBox 38">
            <a:extLst>
              <a:ext uri="{FF2B5EF4-FFF2-40B4-BE49-F238E27FC236}">
                <a16:creationId xmlns:a16="http://schemas.microsoft.com/office/drawing/2014/main" id="{4D73370F-396D-4735-8BC9-1BC28EBDC219}"/>
              </a:ext>
            </a:extLst>
          </p:cNvPr>
          <p:cNvSpPr>
            <a:spLocks noGrp="1"/>
          </p:cNvSpPr>
          <p:nvPr/>
        </p:nvSpPr>
        <p:spPr>
          <a:xfrm>
            <a:off x="2651756" y="4800396"/>
            <a:ext cx="3174567" cy="355600"/>
          </a:xfrm>
          <a:prstGeom prst="rect">
            <a:avLst/>
          </a:prstGeom>
        </p:spPr>
        <p:txBody>
          <a:bodyPr lIns="0" tIns="0" rIns="0" bIns="0" anchor="t">
            <a:spAutoFit/>
          </a:bodyPr>
          <a:lstStyle/>
          <a:p>
            <a:pPr algn="l">
              <a:lnSpc>
                <a:spcPts val="1400"/>
              </a:lnSpc>
              <a:buNone/>
            </a:pPr>
            <a:r>
              <a:rPr sz="1000" b="1">
                <a:solidFill>
                  <a:srgbClr val="000000"/>
                </a:solidFill>
                <a:latin typeface="Raleway Bold"/>
                <a:ea typeface="Raleway Bold"/>
                <a:cs typeface="Raleway Bold"/>
              </a:rPr>
              <a:t>Scrum Master</a:t>
            </a:r>
          </a:p>
          <a:p>
            <a:pPr algn="l">
              <a:lnSpc>
                <a:spcPts val="1400"/>
              </a:lnSpc>
              <a:buNone/>
            </a:pPr>
            <a:r>
              <a:rPr sz="1000">
                <a:solidFill>
                  <a:srgbClr val="000000"/>
                </a:solidFill>
                <a:latin typeface="Raleway"/>
                <a:ea typeface="Raleway"/>
                <a:cs typeface="Raleway"/>
              </a:rPr>
              <a:t>Freelance. Jul 2021 - Jul 2022</a:t>
            </a:r>
          </a:p>
        </p:txBody>
      </p:sp>
      <p:sp>
        <p:nvSpPr>
          <p:cNvPr id="39" name="TextBox 39">
            <a:extLst>
              <a:ext uri="{FF2B5EF4-FFF2-40B4-BE49-F238E27FC236}">
                <a16:creationId xmlns:a16="http://schemas.microsoft.com/office/drawing/2014/main" id="{5041FDFD-1A04-495E-ACA3-AD8574A7B7BE}"/>
              </a:ext>
            </a:extLst>
          </p:cNvPr>
          <p:cNvSpPr>
            <a:spLocks noGrp="1"/>
          </p:cNvSpPr>
          <p:nvPr/>
        </p:nvSpPr>
        <p:spPr>
          <a:xfrm>
            <a:off x="2642810" y="5213077"/>
            <a:ext cx="3970906" cy="342900"/>
          </a:xfrm>
          <a:prstGeom prst="rect">
            <a:avLst/>
          </a:prstGeom>
        </p:spPr>
        <p:txBody>
          <a:bodyPr lIns="0" tIns="0" rIns="0" bIns="0" anchor="t">
            <a:spAutoFit/>
          </a:bodyPr>
          <a:lstStyle/>
          <a:p>
            <a:pPr algn="l">
              <a:lnSpc>
                <a:spcPts val="1350"/>
              </a:lnSpc>
              <a:buNone/>
            </a:pPr>
            <a:r>
              <a:rPr sz="1000">
                <a:solidFill>
                  <a:srgbClr val="000000"/>
                </a:solidFill>
                <a:latin typeface="Rubik Light"/>
                <a:ea typeface="Rubik Light"/>
                <a:cs typeface="Rubik Light"/>
              </a:rPr>
              <a:t>- Team coordination tasks and development of data products using Agile methodology.</a:t>
            </a:r>
          </a:p>
        </p:txBody>
      </p:sp>
      <p:sp>
        <p:nvSpPr>
          <p:cNvPr id="40" name="TextBox 40">
            <a:extLst>
              <a:ext uri="{FF2B5EF4-FFF2-40B4-BE49-F238E27FC236}">
                <a16:creationId xmlns:a16="http://schemas.microsoft.com/office/drawing/2014/main" id="{0584B476-A87E-4494-993C-DE1F3F7BC4E8}"/>
              </a:ext>
            </a:extLst>
          </p:cNvPr>
          <p:cNvSpPr>
            <a:spLocks noGrp="1"/>
          </p:cNvSpPr>
          <p:nvPr/>
        </p:nvSpPr>
        <p:spPr>
          <a:xfrm>
            <a:off x="2651756" y="2042213"/>
            <a:ext cx="3031912" cy="432054"/>
          </a:xfrm>
          <a:prstGeom prst="rect">
            <a:avLst/>
          </a:prstGeom>
        </p:spPr>
        <p:txBody>
          <a:bodyPr lIns="0" tIns="0" rIns="0" bIns="0" anchor="t">
            <a:spAutoFit/>
          </a:bodyPr>
          <a:lstStyle/>
          <a:p>
            <a:pPr algn="l">
              <a:lnSpc>
                <a:spcPts val="1701"/>
              </a:lnSpc>
              <a:buNone/>
            </a:pPr>
            <a:r>
              <a:rPr sz="1000" b="1" dirty="0">
                <a:solidFill>
                  <a:srgbClr val="000000"/>
                </a:solidFill>
                <a:latin typeface="Raleway Bold"/>
                <a:ea typeface="Raleway Bold"/>
                <a:cs typeface="Raleway Bold"/>
              </a:rPr>
              <a:t>Process and Data Analyst</a:t>
            </a:r>
          </a:p>
          <a:p>
            <a:pPr algn="l">
              <a:lnSpc>
                <a:spcPts val="1701"/>
              </a:lnSpc>
              <a:buNone/>
            </a:pPr>
            <a:r>
              <a:rPr sz="1000" dirty="0">
                <a:solidFill>
                  <a:srgbClr val="000000"/>
                </a:solidFill>
                <a:latin typeface="Raleway"/>
                <a:ea typeface="Raleway"/>
                <a:cs typeface="Raleway"/>
              </a:rPr>
              <a:t>Freelance. August 2025 - Present</a:t>
            </a:r>
          </a:p>
        </p:txBody>
      </p:sp>
      <p:sp>
        <p:nvSpPr>
          <p:cNvPr id="41" name="TextBox 41">
            <a:extLst>
              <a:ext uri="{FF2B5EF4-FFF2-40B4-BE49-F238E27FC236}">
                <a16:creationId xmlns:a16="http://schemas.microsoft.com/office/drawing/2014/main" id="{C965C208-4149-4C51-91A5-5C486F9FEBF0}"/>
              </a:ext>
            </a:extLst>
          </p:cNvPr>
          <p:cNvSpPr>
            <a:spLocks noGrp="1"/>
          </p:cNvSpPr>
          <p:nvPr/>
        </p:nvSpPr>
        <p:spPr>
          <a:xfrm>
            <a:off x="2651756" y="2483555"/>
            <a:ext cx="4006348" cy="342900"/>
          </a:xfrm>
          <a:prstGeom prst="rect">
            <a:avLst/>
          </a:prstGeom>
        </p:spPr>
        <p:txBody>
          <a:bodyPr lIns="0" tIns="0" rIns="0" bIns="0" anchor="t">
            <a:spAutoFit/>
          </a:bodyPr>
          <a:lstStyle/>
          <a:p>
            <a:pPr algn="l">
              <a:lnSpc>
                <a:spcPts val="1350"/>
              </a:lnSpc>
              <a:buNone/>
            </a:pPr>
            <a:r>
              <a:rPr sz="1000" dirty="0">
                <a:solidFill>
                  <a:srgbClr val="000000"/>
                </a:solidFill>
                <a:latin typeface="Rubik Light"/>
                <a:ea typeface="Rubik Light"/>
                <a:cs typeface="Rubik Light"/>
              </a:rPr>
              <a:t>- Process improvement. Data transformation, analysis, and visualization, creating interactive reports and dashboards. RPA workflows.</a:t>
            </a:r>
          </a:p>
        </p:txBody>
      </p:sp>
    </p:spTree>
    <p:extLst>
      <p:ext uri="{BB962C8B-B14F-4D97-AF65-F5344CB8AC3E}">
        <p14:creationId xmlns:p14="http://schemas.microsoft.com/office/powerpoint/2010/main" val="186038113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>
          <a:solidFill>
            <a:schemeClr val="phClr">
              <a:shade val="95000"/>
              <a:satMod val="105000"/>
            </a:schemeClr>
          </a:solidFill>
          <a:prstDash val="solid"/>
        </a:ln>
        <a:ln w="25400">
          <a:solidFill>
            <a:schemeClr val="phClr"/>
          </a:solidFill>
          <a:prstDash val="solid"/>
        </a:ln>
        <a:ln w="38100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>
          <a:solidFill>
            <a:schemeClr val="phClr">
              <a:shade val="95000"/>
              <a:satMod val="105000"/>
            </a:schemeClr>
          </a:solidFill>
          <a:prstDash val="solid"/>
        </a:ln>
        <a:ln w="25400">
          <a:solidFill>
            <a:schemeClr val="phClr"/>
          </a:solidFill>
          <a:prstDash val="solid"/>
        </a:ln>
        <a:ln w="38100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312</Words>
  <Application>Microsoft Office PowerPoint</Application>
  <DocSecurity>0</DocSecurity>
  <PresentationFormat>Personalizado</PresentationFormat>
  <Paragraphs>62</Paragraphs>
  <Slides>1</Slides>
  <Notes>1</Notes>
  <HiddenSlides>0</HiddenSlides>
  <MMClips>0</MMClips>
  <ScaleCrop>false</ScaleCrop>
  <HeadingPairs>
    <vt:vector size="6" baseType="variant">
      <vt:variant>
        <vt:lpstr>Fuentes usadas</vt:lpstr>
      </vt:variant>
      <vt:variant>
        <vt:i4>7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1</vt:i4>
      </vt:variant>
    </vt:vector>
  </HeadingPairs>
  <TitlesOfParts>
    <vt:vector size="9" baseType="lpstr">
      <vt:lpstr>Raleway</vt:lpstr>
      <vt:lpstr>TAN Pearl</vt:lpstr>
      <vt:lpstr>DM Serif Display</vt:lpstr>
      <vt:lpstr>Raleway Bold</vt:lpstr>
      <vt:lpstr>Calibri</vt:lpstr>
      <vt:lpstr>Arial</vt:lpstr>
      <vt:lpstr>Rubik Light</vt:lpstr>
      <vt:lpstr>Office Theme</vt:lpstr>
      <vt:lpstr>Presentación de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Presentation</dc:title>
  <dc:creator>Walnut Exporter</dc:creator>
  <cp:lastModifiedBy>Florencia Villalonga</cp:lastModifiedBy>
  <cp:revision>2</cp:revision>
  <cp:lastPrinted>2026-08-03T13:09:16Z</cp:lastPrinted>
  <dcterms:created xsi:type="dcterms:W3CDTF">2026-08-03T12:53:33Z</dcterms:created>
  <dcterms:modified xsi:type="dcterms:W3CDTF">2026-08-03T13:09:29Z</dcterms:modified>
</cp:coreProperties>
</file>